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Asset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Asset Lifecycle Foundation for Cost Visibility and AI-Driven ITAM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Hardware Asset Management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HAM Lifecycle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classes, lifecycle states, stockrooms, IMAC workflows, and the PO-to-retire asset journey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Asset classes, lifecycle states, stockrooms, IMAC workflows, asset intake, disposal, ownership, CMDB relationship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Hardware Asset Management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and configuring OOTB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up categories and taxonomies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assignment rules and routing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SLA targets and schedules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notifications and email templates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AI features (PI, Now Assist, Virtual Agent)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reports and PA indicators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system properties and thresholds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new fields to OOTB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Writing custom business rules or script actions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non-standard CI classes or table extensions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Modifying OOTB workflow stages in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Building custom client scripts or UI policies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custom REST endpoints outside the catalog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Hardware Asset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/ PO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44475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00507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0507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87783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3815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43815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Stock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3109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87122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87122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7439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30430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30430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Use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417705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73737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73737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061013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317045" y="1371600"/>
            <a:ext cx="1387275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17045" y="1371600"/>
            <a:ext cx="13872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 / Dispose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 vs CI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(financial/physical records) and CIs (technical configuration records) are linked in ServiceNow OOTB. A laptop is both an Asset (cost, owner, contract) and a CI (hostname, OS, IP).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IMAC Flows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ships OOTB flows for Install, Move, Add, Change requests. These create tasks and track asset state changes automatically — no custom workflow scripting.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Reporting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asset data enables Now Assist cost analysis, Performance Analytics asset health dashboards, and Predictive Intelligence asset replacement forecasting.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asset classes and models will be configured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 Classes: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(cmdb_ci_hardware) with sub-classes: Computer, Mobile Device, Printer, Network Device, Storage Device. All OOTB — no schema extension.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Catalog: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Model Catalog (cmdb_model) stores asset models (Dell Latitude 5420, HP ProLiant DL380). Models are linked to assets — enabling contract, warranty, and lifecycle management by model.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Foundations Pack: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HAM Foundations Accelerator Pack includes worksheets for asset classes and model catalog. Customer populates; ECS loads via import. Target: top 10 models at go-live.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asset classes are in scope (computers, mobile, network, printers,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target model catalog size at go-live (recommend: top 10–20 most common models)?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source of model data (existing asset database, vendor contracts, manual list)?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maintains the model catalog post-go-live (adding new models as they are purchased)?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custom asset class sub-types or custom model catalog tables requires Customization Council review. The OOTB asset class hierarchy and cmdb_model table cover all standard hardware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lifecycle states will be configured — and what transitions are valid?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 Lifecycle States: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Order → In Stock → In Use → In Maintenance → Retired → Disposed. State transitions tracked automatically by OOTB lifecycle state workflows.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Sub-states: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Use' sub-states: Deployed, Reserved. 'In Stock' sub-states: Available, Reserved for deployment. OOTB — configurable in Asset Management settings.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 Rules: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state transition rules prevent invalid transitions (e.g., skipping In Stock → In Use requires receiving workflow completion). No scripting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the OOTB lifecycle states — or are additional states needed (e.g., 'Awaiting Repair')?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sub-states within 'In Use' and 'In Stock' be activated?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approvals are required for state transitions (e.g., Retired requires manager approval)?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can change asset lifecycle state — asset managers only, or all fulfillers?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lifecycle states beyond the OOTB set require schema and workflow changes — Customization Council sign-off required. In most cases, OOTB sub-states cover the additional granularity requested.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stockrooms will be configured — and who manages each?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Stockroom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Stockrooms are physical or virtual locations for in-stock assets. Types: Regular (physical warehouse), Virtual (logical grouping for remote stock). Each stockroom has a manager, a location, and an asset type scope.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Setup: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central stockroom per data center or office. 1 virtual stockroom per remote site managed by local IT. Total: 3–5 stockrooms for a mid-size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 Manager Role: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Stockroom managers can receive assets into stock, transfer assets, and run stockroom inventory reports — OOTB role, no custom permissions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stockrooms are needed at go-live (physical and virtual)?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are the named stockroom managers for each stockroom?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asset type scope per stockroom (all assets, computers only, etc.)?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remote site asset receiving work — local IT or centralized receiving?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custom stockroom types beyond Regular and Virtual requires schema extension — Customization Council. The OOTB Regular + Virtual model covers all standard stockroom patterns including remote and virtual inventory.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IMAC workflows will be activated — and at what scope?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IMAC Flows: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(new asset deployment from stock), Move (asset relocation between users or sites), Add (hardware addition to existing device — memory, storage), Change (hardware swap — same user, different asset).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Catalog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IMAC catalog items in Service Catalog trigger the corresponding IMAC flow. Employees request via Employee Center; IT fulfills via IMAC task.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Automation: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IMAC workflow automatically updates asset lifecycle state. Install: In Stock → In Use. Move: asset location and assigned-to updated. Return: In Use → In Stock.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IMAC flows will be activated at go-live (Install, Move, Add, Change, Return)?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IMAC requests be submitted by employees via Service Catalog — or initiated by IT only?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approvals required for IMAC requests (manager approval for moves, IT lead for changes)?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Walk-up fulfillment (in-person IT bar) be in scope for IMAC at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IMAC workflow stages beyond the OOTB Install/Move/Add/Change/Return set require Customization Council sign-off. The OOTB set covers the full ITIL IMAC scope.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asset intake process — from purchase order to stockroom?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Receiving Workflow: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(PO) created in ServiceNow → PO approved → Assets created on order receipt → Assets received into stockroom → Asset enriched (serial number, model) → Ready for deployment.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procurement is external (SAP, Oracle Procurement), OOTB import set or REST API can import POs. No custom integration scripting — standard REST import.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Checklist: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 receiving creates tasks for physical inspection, serial number capture, and model verification. All managed via the OOTB Asset Receiving workbench.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purchase orders be created in ServiceNow — or imported from an external procurement system?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receiving process — who physically receives and logs serial numbers?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asset receiving happen at a central warehouse or distributed across sites?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lease/rental model — and do leased assets need different intake handling?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PO-to-asset logic that doesn't follow the OOTB receiving workflow requires scripting and Customization Council review. The OOTB receiving workbench handles the full PO-to-stockroom lifecycle.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asset retirement and disposal process?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Retirement Flow: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retirement request → IT approval → Data wipe task created → Disposal method recorded (recycle, vendor return, donation, dispose) → Asset state: Retired → Disposed. Full audit trail maintained.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Vendors: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vendor record links asset to disposal vendor. Certificate of data destruction can be attached to the asset record — no custom fields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Closeout: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retirement triggers cost center notification and updates the asset's financial lifecycle data (depreciation end, disposal cost) — OOTB,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approvals are required before asset retirement (manager, security, finance)?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data wipe documentation (certificate of destruction) required — and how will it be attached?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approved disposal vendors — and how will vendor records be maintained?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policy for donated or sold assets vs. recycled assets?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retirement approval chains beyond OOTB multi-level approval require Customization Council review. The OOTB approval framework (item-level approval rules) handles multi-stage retirement approval without scripting.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asset ownership model — user, department, or cost center?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Ownership Fields: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'Assigned to' (individual user — primary ownership), 'Department' (departmental ownership — for shared assets), 'Cost center' (financial allocation). All OOTB fields — no new columns.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Assets: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without an individual owner use Department + Location for accountability tracking. OOTB — no custom table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&amp; Reporting: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data drives PA asset reporting (assets per department, cost per user), and enables PI-based asset assignment prediction (who typically gets which model).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individual user assignment the primary ownership model — or are there shared/pool assets?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cost center be used for financial asset reporting — and what is the source of cost center data?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ownership transfers be handled (IMAC request, direct form update, HR event trigger)?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has authority to reassign asset ownership without an IMAC request?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asset ownership hierarchies (multi-tier approval for ownership transfer) require Customization Council sign-off. OOTB: assigned-to + IMAC transfer request covers all standard ownership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assets link to CMDB CIs — and what is managed at each level?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Asset-CI Relationship: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hardware asset links to a corresponding CMDB CI via the 'CI' field on the asset record. OOTB — no custom relationship 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Asset manages: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contract, owner, location, lifecycle state, warranty, serial number, financial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CI manages: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Hostname, OS version, IP, installed software, relationships to services. Both records linked — view either to navigate to the other.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Auto-CI Creation: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asset is deployed (state: In Use), an OOTB rule can automatically create or link the corresponding CI. Configurable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asset-to-CI auto-linking be enabled at go-live — or will linking be manual?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responsible for ensuring all deployed assets have corresponding CMDB CIs?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Discovery data update CI records linked to assets — and will those updates affect asset fields?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an audit requirement for asset-CI traceability at all times?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asset and CI teams without a clear link maintenance process produce orphaned assets and CIs within 60 days. Auto-linking at deployment is the OOTB-recommended pattern — enable it at go-live.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Asset Management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Classes &amp;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in scope, model catalog size, data source,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OOTB states accepted, sub-states, transition approvals,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Stockroom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type, manager assignment, remote site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IMAC Workflows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Flows in scope, requester (employee vs IT), approvals, walk-up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Intake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source, receiving process, distributed vs central, lease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&amp; Disposal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chain, data wipe documentation, disposal vendors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Assigned-to vs department, cost center, transfer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Asset-CI Relationship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Auto-linking, maintenance responsibility, audit traceability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Hardware Asset Management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HARDWARE ASSET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5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