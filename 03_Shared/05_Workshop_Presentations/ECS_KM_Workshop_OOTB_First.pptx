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858000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Modernizing the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04288"/>
            <a:ext cx="7772400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B8A6"/>
                </a:solidFill>
                <a:latin typeface="Calibri"/>
              </a:rPr>
              <a:t>Knowledge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907792"/>
            <a:ext cx="68580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Ensuring AI Realization and Optimizing Long-Term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407408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Prepared by Everforth ECS Federal  ·  ServiceNow Practice  ·  Confidential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A G E N D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The OOTB-First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Why this engagement commits to OOTB -- and what it means in the room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What a Customization Is (and Isnt)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Configuration vs. scripting -- with examples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OOTB Knowledge Lifecycle Walkthrough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Article creation, review, publishing, and search in OOTB 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Key Decisions #1-#8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KB structure, taxonomy, governance, workflow, access, search, AI integration, 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Decision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Every decision is recorded before we leave this room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What Comes 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Knowledge Accelerator Pack, KB seeding, Virtual Agent integration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529583"/>
            <a:ext cx="8503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11879"/>
            <a:ext cx="8229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Ground rule: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Decisions get made in this room. The OOTB recommendation is pre-populated. Your job is to confirm, adjust with rationale, or defer with a named owner and date.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A P P R O A C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OOTB-first is not a constraint — it is the AI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OOTB-First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Every knowledge decision starts with the OOTB ServiceNow KB capability -- not a legacy SharePoint or intranet structure.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Configuration (KB categories, article workflows, access controls, retirement schedules) is always available -- no scripting required.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Customization (custom article renderers, external CMS integrations, non-standard workflow extensions) requires a Customization Council case.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The 18-week engagement is scoped for OOTB Knowledge execution. External CMS integration expands scope.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182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754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It Protects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182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326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Now Assist article generation and knowledge gap analysis require OOTB-structured KB articles. Custom article schemas degrade AI output quality.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Virtual Agent deflection -- OOTB VA knowledge flows require articles published in the OOTB KB structure to surface correctly.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Upgrade continuity -- OOTB KB configurations survive upgrades. Custom article templates with scripted rendering do not.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License ROI -- Now Assist knowledge features and PI knowledge gap detection only deliver full value on clean OOTB KB structures.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It Enables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Now Assist knowledge gap analysis -- identifies high-ticket-volume topics with no KB coverage, prioritizing article creation automatically.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Virtual Agent deflection from Sprint 3 -- OOTB KB search surfaces articles before ticket creation for the most common request types.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Performance Analytics KB KPIs -- deflection rate, article views, search query analysis, feedback ratings -- live from go-live.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Employee Center knowledge integration -- KB articles surface in EC topic pages and search without additional configuration.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L I N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a customization is — and what it isn’t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1605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CONFIGURATION  —  This is always available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Creating knowledge bases (single or multiple) with OOTB KB record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Defining KB categories and article taxonomy aligned to service topics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article workflow (Draft → Review → Published → Retired)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Setting article ownership and reviewer roles via OOTB KB roles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access controls (public, authenticated, role-based)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Setting article feedback (useful/not useful) and flagging for review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Defining article expiry and mandatory review schedules (6/12 month)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Enabling OOTB knowledge search within incidents and catalog items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Now Assist knowledge gap analysis thresholds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Setting up article templates (standard, how-to, FAQ, troubleshooting)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024128"/>
            <a:ext cx="4160520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3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CUSTOMIZATION  —  Requires Approval + Business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article rendering templates requiring HTML/JavaScript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External CMS integration feeding articles into ServiceNow via API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article approval conditions beyond OOTB review workflow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search ranking algorithms or result weighting logic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article migration tools from legacy knowledge systems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knowledge analytics dashboards beyond OOTB PA indicators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External translation integration for multilingual KB articles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knowledge gap calculations beyond OOTB PI gap analysis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article versioning logic beyond OOTB version history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Integration-driven KB category synchronization from external taxonomy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45152"/>
            <a:ext cx="8503920" cy="1645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54296"/>
            <a:ext cx="82296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0B1F3A"/>
                </a:solidFill>
                <a:latin typeface="Calibri"/>
              </a:rPr>
              <a:t>The customization bar:  </a:t>
            </a:r>
            <a:r>
              <a:rPr sz="800" b="0" i="0">
                <a:solidFill>
                  <a:srgbClr val="1E293B"/>
                </a:solidFill>
                <a:latin typeface="Calibri"/>
              </a:rPr>
              <a:t>If it requires a custom UI page, script include, or external API -- it is a customization. If it can be configured through the Knowledge Base record, KB Management, or article workflow settings -- it is configuration.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P R O C E S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ServiceNow OOTB Knowledge Lifecycle --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205282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97280"/>
            <a:ext cx="196138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Subject Matter Expert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6020" y="1078992"/>
            <a:ext cx="205282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1740" y="1097280"/>
            <a:ext cx="196138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Service Desk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078992"/>
            <a:ext cx="205282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097280"/>
            <a:ext cx="196138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Now Assist (AI draft)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97980" y="1078992"/>
            <a:ext cx="205282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3700" y="1097280"/>
            <a:ext cx="196138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Existing Article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447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64208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719072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DRAFT ARTICLE CREATED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002536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85416"/>
            <a:ext cx="2810256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" y="2231136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UNDER REVIEW (reviewer assigned)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3448" y="2185416"/>
            <a:ext cx="2810256" cy="320040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58312" y="2231136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PUBLISHED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6856" y="2185416"/>
            <a:ext cx="2810256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1720" y="2231136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RETIRED (expired or replaced)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249424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706624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2761488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SURFACES IN: Incident Related Articles · EC Search · Virtual Agent · Now Assist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044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273551"/>
            <a:ext cx="8503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D9488"/>
                </a:solidFill>
                <a:latin typeface="Calibri"/>
              </a:rPr>
              <a:t>AI Features Active at Go-Live: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Now Assist drafts article content from incident resolution notes. Knowledge gap analysis flags high-volume topics with no KB coverage. VA knowledge flows deflect tickets using published articles.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many knowledge bases -- and what is the KB structure?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Recommendation: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Single KB per service domain is simplest (one ITSM KB). Multiple KBs if audience or access control differs (IT KB + HR KB). OOTB KB record: title, description, owner, access control, category taxonomy. All managed through KB Management -- no scripting.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Why it works: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A single KB simplifies search, reporting, and governance. Split only where access control or audience genuinely differs.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How many distinct service domains need their own KB (IT, HR, Facilities)?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Do any KBs require restricted access (e.g., HR articles visible only to HR team)?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is the KB owner role for each KB?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Are any KBs already in ServiceNow from a prior implementation?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Multiple KBs with overlapping categories create search fragmentation and reporting gaps. Consolidate to the minimum number of KBs -- typically one per audience, not one per team.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category taxonomy will organize knowledge articles?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Recommendation: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OOTB KB categories (top-level) and sub-categories. Category taxonomy should align to the catalog category structure decided in the SCR workshop -- same taxonomy = seamless EC topic integration. 5-8 top-level categories maximum for clean navigation.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What top-level categories align to your service and incident taxonomy?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What sub-categories go under each? (Derive from catalog categories where possible.)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Are any categories restricted-access (only visible to specific roles)?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categories exist in legacy knowledge systems with articles to migrate?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KB categories that dont align to catalog or EC topic taxonomy create broken search integration. Align KB taxonomy to catalog and EC decisions -- it is the OOTB design pattern.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is the article creation and review workflow?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Workflow: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States: Draft → Review → Published → Retired. Reviewer assigned by KB category owner -- no scripting. Article feedback: useful/not useful rating + flagging for update. OOTB version history tracks article changes. Mandatory review schedule configurable per KB.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Who can create articles (service desk agents, SMEs, all users)?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Who reviews and approves articles before publishing?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is the review cycle (6-month or 12-month expiry)?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Should draft articles be visible to agents but not end users?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Ungoverned article creation (anyone publishes, nothing expires) degrades KB quality and reduces VA deflection accuracy. Define governance before go-live -- not during hypercare.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Who owns knowledge articles -- and what are the quality standards?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Ownership Model: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OOTB KB roles: knowledge_admin (manages KB), knowledge (creates/edits articles), kb_knowledge_contributor. Category ownership: named reviewer per category. Article quality: OOTB feedback ratings + view counts + search query match data -- all visible in PA.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Who are the named KB owners per service category?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What quality standards apply (minimum content length, required sections)?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Is there a "featured article" or pinned article model for top-issue types?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Who handles the article flagged-for-review queue?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KB without named owners degrades over time. Assign a named owner to every top-level category before go-live -- it is a 30-minute setup that prevents 12 months of content rot.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are the access control rules for KB articles?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Access Control: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Article visibility: public (no login), authenticated users, or role-based. KB-level access control applies to all articles in the KB. Article-level override for individual restricted articles. EC surfaces only articles accessible to the logged-in user -- OOTB.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Are any KB articles internal-only (not visible to end users in EC)?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Do HR or policy articles require restricted access beyond standard authenticated user?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Are any articles public-facing (no login required)?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How does access control interact with the EC topic page taxonomy?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Overly restrictive KB access control (every article requires a specific role) defeats self-service. Default to authenticated-user access -- restrict only where there is a documented business reason.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KB search integrate with incidents, catalog, and Virtual Agent?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Integration: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Incident form: related KB articles surface automatically based on category + description match -- OOTB. Catalog item: related KB articles surface on request submission -- OOTB. VA: OOTB knowledge search topic flow queries KB before ticket creation. EC search: KB articles surface alongside catalog items -- OOTB.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related-KB-article display on the incident form in scope at go-live?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Which KB categories should surface in Virtual Agent knowledge flows?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Should KB articles surface in EC search results alongside catalog items?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How does search weighting work -- most-viewed vs. most-recent vs. best-match?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KB articles that dont surface in incident, catalog, and VA search flows provide no deflection value. Enable OOTB related-article display everywhere at go-live -- it requires no additional configuration.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is the legacy KB migration approach?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Migration: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OOTB import: ServiceNow import set can ingest articles from flat files or SharePoint export. Manual migration: SMEs re-author top-N articles in OOTB format (recommended over bulk import for quality). Review-first approach: audit legacy articles before migrating -- retire stale content, not import it.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How many articles exist in legacy systems?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Which articles are actively used (view count &gt; 0 in the last 12 months)?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Is bulk import or re-author the preferred approach for top-tier articles?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is the content freeze date for legacy KB -- after which all new articles go directly to ServiceNow?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Bulk-importing stale legacy articles creates a low-quality KB from day one. Identify the top 30-50 high-value articles, re-author them in OOTB format, and migrate selectively.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Which AI knowledge features are active at go-live?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AI Features: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Now Assist article draft: generates article draft from incident resolution notes -- 1-click. Knowledge gap analysis: PI identifies topics with high ticket volume and low KB deflection -- live from Sprint 3. VA knowledge flows: OOTB knowledge search topic active at Sprint 3. PA KB KPIs: deflection rate, article views, query analysis -- OOTB.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Now Assist article drafting in scope at go-live -- or phased?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When does PI knowledge gap analysis go live (Sprint 3 with sufficient data)?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Which VA knowledge flows are in scope at go-live (KB search / topic search / both)?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Which PA KB KPIs are required for the go-live dashboard?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Deferring AI knowledge features post go-live is the primary reason KB deflection rates stay flat. Configure Now Assist drafting and VA knowledge flows during the knowledge sprint -- not as a future initiative.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572768"/>
            <a:ext cx="64008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572768"/>
            <a:ext cx="685800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Decision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7744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Every decision on the next page is an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06624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Decisions left blank leave this room with a named owner and a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20040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Before we close: no decision is unresolved — it is either made, or owned.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D E C I S I O N  L O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Knowledge Management — Decisions Made in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42415"/>
            <a:ext cx="292608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78992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7" y="1042415"/>
            <a:ext cx="17373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16459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Topic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8" y="1042415"/>
            <a:ext cx="393192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7" y="1078992"/>
            <a:ext cx="3840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7" y="1042415"/>
            <a:ext cx="15087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7" y="1078992"/>
            <a:ext cx="14173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Made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1042415"/>
            <a:ext cx="100584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1078992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Owner / Due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31673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" y="131673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50008" y="131673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7" y="131673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90688" y="131673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5" y="14081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3898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Knowledge Base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7" y="13898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KB count; domains; ownership; access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682495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" y="1682495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50008" y="1682495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1927" y="1682495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90688" y="1682495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5" y="17739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17556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Article Category Taxonomy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7" y="17556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Top-level categories; sub-categories; legacy alignment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04825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7" y="204825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50008" y="204825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1927" y="204825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90688" y="204825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5" y="213969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12140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Article Workflow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7" y="212140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States; creator roles; reviewer assignments; review cadence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41401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7" y="241401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50008" y="241401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1927" y="241401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90688" y="241401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5" y="250545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248716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Article Ownership &amp; Quality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95727" y="248716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Named KB owners per category; quality standards; featured article model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277977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7" y="277977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50008" y="277977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81927" y="277977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90688" y="27797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5" y="287121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285292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Access Control Rules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95727" y="285292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Public vs. authenticated vs. role-based; EC visibility; restricted articles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14553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2647" y="314553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50008" y="314553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81927" y="314553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90688" y="314553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6615" y="32369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32186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Search Integration Scope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95727" y="32186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Incident related articles; catalog integration; VA flows; EC search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351129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2647" y="351129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350008" y="351129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81927" y="351129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0688" y="351129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6615" y="36027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" y="35844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Legacy KB Migration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95727" y="35844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Article count; migration approach (bulk vs. re-author); content freeze date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387705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647" y="387705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350008" y="387705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1927" y="387705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790688" y="387705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6615" y="396849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395020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AI Knowledge Features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95727" y="395020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Now Assist drafting; PI gap analysis; VA knowledge flows; PA KPIs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N E X T  S T E P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Happens After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Complete the Knowledge Accelerator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Fill the Knowledge Accelerator Pack workbook: KB structure, category taxonomy, ownership assignments, access control decisions, and article template definitions.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7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KB Seeding Sprint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SMEs re-author the top-30 high-value articles in OOTB format during the knowledge configuration sprint. Target: published articles for all top-10 incident categories.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Virtual Agent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VA knowledge topic flows activate in Sprint 3. KB must have published articles in OOTB format before VA knowledge configuration begins.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7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5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Now Assist Knowledge Config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7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Enable Now Assist article drafting during the knowledge sprint. PA knowledge gap analysis activates automatically when PI has sufficient data from Sprint 3.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4008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Everforth ECS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176272"/>
            <a:ext cx="640080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0" i="0">
                <a:solidFill>
                  <a:srgbClr val="14B8A6"/>
                </a:solidFill>
                <a:latin typeface="Calibri"/>
              </a:rPr>
              <a:t>ServiceNow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43200"/>
            <a:ext cx="7772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pic>
        <p:nvPicPr>
          <p:cNvPr id="6" name="Picture 5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KNOWLEDGE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