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Management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 Knowledge Foundation for AI Deflection and Self-Service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Knowledge Management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Knowledge Lifecycle Overview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authoring, review workflow, publishing, and integration with Virtual Agent and Employee Center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KB structure, lifecycle, ownership, templates, feedback, search, AI integration, governance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Knowledge Management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Creating knowledge bases (IT, HR, Facilities, Policy) with access controls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the article review workflow (1-stage or 2-stage)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up knowledge categories and subcategories matching incident taxonomy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Assigning KB Owner and KB Manager roles per knowledge 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Enabling article feedback (thumbs up/down, comments)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article templates (How-To, FAQ, Policy, Resolution)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article expiry rules and review reminders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Activating Predictive Intelligence article recommendations on incidents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new fields to OOTB tables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Writing custom business rules or script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non-standard CI classes or table extensions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Modifying OOTB workflow stages in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Building custom client scripts or UI policies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custom REST endpoints outside the catalog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Knowledge Lifecycle — End to End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 Review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KB Manager Review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Use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Expired / Retired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Authoring &amp; Workflow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knowledge workflow: Draft → Review → Published. Review stages are configurable — single-stage or two-stage approval. No custom workflow scripting needed.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Points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articles surface automatically in: Employee Center search, Virtual Agent deflection flows, Incident resolution field (related articles), and Now Assist summarization.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Capabilities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links incident categories to relevant KB articles. Now Assist generates article summaries and resolution suggestions. Both activate on OOTB-structured article content.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knowledge bases will be created — and what is the access model per KB?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Knowledge Base Structure: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supports multiple KBs, each with independent access controls. Recommended: IT KB (ITSM-aligned), HR KB (restricted to HR + employees), Facilities KB (public).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roles: knowledge_admin (manage KB), knowledge (read), knowledge_author (create/edit). Access controlled at KB level — no table-level scripting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fewer is better: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KBs add maintenance overhead. One IT KB with well-structured categories is easier to maintain, search, and govern than 5 siloed KBs.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separate KBs are required — and what is the business justification for each?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KBs are public (all employees) vs. restricted (specific groups)?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are the named KB Owners for each knowledge base?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existing knowledge content to migrate — and in what format?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KBs with duplicate content destroy search relevance. One IT KB with categories is the OOTB recommendation. HR and Facilities content in separate KBs is justified by access control requirements — not by preference.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article lifecycle — will you use OOTB review workflow or publish directly?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Article Workflow: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Draft → Review (KB Manager approval) → Published. Two-stage option: Draft → Content Review → Editorial Review → Published. Auto-expiry: articles flag for review after configurable period (default 365 days).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Direct Option: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Authors can be granted publish-direct capability (bypasses review). Recommended only for high-trust authors (e.g., senior engineers) — governed by KB role assignment.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articles move to Review status — not deleted. KB Manager reviews and retires or refreshes. OOTB audit trail maintained.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One-stage review (KB Manager only) or two-stage (content + editorial)?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is authorized to publish directly — or does everything go through review?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article expiry period (365 days OOTB, or shorter for compliance content)?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process for article retirement — who decides, and what triggers it?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multi-stage workflows with custom approval conditions are not OOTB and require Customization Council sign-off. The OOTB two-stage workflow covers 95%+ of governance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owns knowledge creation — and what is the authorship model?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Authorship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Centralized: dedicated KB authors create and maintain all articles. High quality, low volume. Model B — Distributed: fulfillers (itil role) can draft articles; KB Manager approves. Recommended for organizations with strong technical SMEs.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Resolution-to-Article Flow: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incident resolution, the Solution field is flagged for KB candidacy. KB Authors review flagged incidents and convert to articles — OOTB, no custom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article has a named owner. Owner receives expiry and feedback notifications automatically.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Centralized authorship (dedicated KB team) or distributed (fulfillers + KB managers)?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reviews incidents for KB candidacy after resolution?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target article count for go-live — and who is responsible for initial content seeding?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article accuracy be maintained over time — review cycle and owner assignment process?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all fulfillers to publish directly without review creates content quality issues within 90 days. OOTB recommendation: fulfillers draft, KB Manager approves. Keep the workflow light but present.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article templates will be active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Article Templates: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includes four OOTB templates: How-To (step-by-step instructions), FAQ (question and answer), Known Error (linked to problem records), Resolution Note (converted from incident solution).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Selection: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are HTML-based and editable in the KB Admin UI — no coding required. Each template enforces a consistent structure, improving Predictive Intelligence training data quality.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Templates: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article templates can be created in the Knowledge Management UI — this is configuration, not customization. No script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of the 4 OOTB templates will be activated at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additional template structures needed — and can they be built in KB Admin UI (configuration)?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article templates be enforced by category (e.g., all IT articles use How-To template)?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responsible for seeding template examples before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HTML article templates built outside the KB Template UI require Customization Council review. In most cases, the OOTB four templates cover the structural variety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user feedback on articles be captured and actioned?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Feedback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rating per article. Text comments (optional, configurable per KB). Flagging for inaccurate content. All feedback visible to KB Owner in the KB Management dashboard.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Feedback-to-Action: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 generates a task to the KB Owner for review. Flagged articles move to 'Needs Review' status automatically — OOTB workflow, no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feedback scores and view counts feed Performance Analytics. Deflection rate (KB view before ticket creation) is a native PA indicator from Sprint 1 data.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Enable text comments — or thumbs-only feedback?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SLA for KB Owners to action negative feedback (how many days)?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flagged articles be auto-retired or queued for review?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monitors the feedback dashboard — KB Owner, KB Manager, or both?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comments without a clear moderation process create governance overhead. Thumbs-only with flagging is the OOTB-recommended starting point. Add comments after the governance model is proven.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knowledge integrate with Virtual Agent and Employee Center search?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KB articles surface automatically in Employee Center search results. No configuration required — the integration is active when both modules are live.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Agent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Virtual Agent topics include a KB search step before ticket creation. The 'Search Knowledge' topic type is available without additional licensing.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generates article summaries inline in search results. Requires Now Assist license. Activated via system property —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Virtual Agent KB search be activated at go-live (Sprint 3) — or phased to Sprint 4?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KBs are searchable from Employee Center (all public KBs, or a curated set)?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Now Assist article summaries be enabled at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minimum article count target before EC and VA search are activated?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VA KB search before the knowledge base has sufficient quality content produces poor deflection and erodes user trust in self-service. Recommend: minimum 20 high-quality articles before VA search activation.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the knowledge governance KPIs — and who owns the monthly review?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Knowledge KPIs (PA):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views, Deflection rate (views before ticket creation), Article feedback score (avg), Articles past expiry, Mean time to publish (draft to published).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Dashboards: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Management dashboard is OOTB — no custom reports needed. Activates in Performance Analytics Sprint 6. Interim reporting via OOTB Knowledge report module.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Cadence: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KB review: KB Manager reviews expiring articles, negative feedback queue, and article gap analysis (categories with no articles but high incident volume).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owns the monthly knowledge governance review — KB Manager or process owner?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target deflection rate for go-live (e.g., 15% of tickets preceded by KB view)?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KPIs will be reviewed at the Sprint 6 PA dashboard build?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article gap analysis (high-volume incident categories with no KB article) be a go-live metric?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knowledge governance reports built in Classic Reporting duplicate what PA already provides. Activate OOTB PA knowledge indicators in Sprint 6 rather than building custom reports in Sprint 3.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initial knowledge content seeding plan for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Seeding Approach: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articles: top 10–15 incident categories. Import from existing documentation as draft articles — KB Managers review and approve before go-live.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Knowledge: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recommendation: 20 published articles at go-live covering the top 5 incident categories × 4 article types. Quality over quantity — poorly structured articles reduce PI accuracy.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from legacy KB: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legacy KB exists (SharePoint, Confluence), ECS uses the OOTB KB import utility for bulk article creation. Review and approval still required — no auto-publish of migrated content.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the target article count for go-live — and who is responsible for content creation?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there an existing knowledge base to migrate from (SharePoint, Confluence, other)?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timeline for KB seeding relative to Sprint 3 configuration?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approves migrated content before it is published in ServiceNow?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Bulk-publishing migrated content without review creates low-quality article libraries that damage PA metrics and VA deflection rates. OOTB recommendation: seed 20 high-quality articles rather than importing 200 unreviewed documents.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Management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KBs, access model per KB, named KB Owners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 Lifecycle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stages, publish-direct authorization, expiry period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Authorship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vs distributed, resolution-to-article flow, article owner assignment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 Templates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OOTB templates in scope, enforcement by category, example seeding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Feedback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 vs thumbs-only, feedback SLA, flagging workflow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&amp; EC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KB search activation, EC search scope, Now Assist enablement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KPIs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owner, deflection rate target, PA dashboard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Seeding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 article count, migration source, approval process, 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Knowledge Management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KNOWLEDGE MANAGEMENT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3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2026-05-12T05:27:10Z</dcterms:created>
  <dcterms:modified xsi:type="dcterms:W3CDTF">2026-05-12T05:27:10Z</dcterms:modified>
</cp:coreProperties>
</file>