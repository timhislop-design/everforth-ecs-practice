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554480"/>
            <a:ext cx="64008" cy="2194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4173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Modernizing the Core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Catalog &amp; Request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Simplifying Service Requests with OOTB Catalog Structure and Fulfillment Automation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2636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A7F"/>
                </a:solidFill>
              </a:rPr>
              <a:t>Prepared by Everforth ECS Federal  ·  ServiceNow Practice  ·  Confidential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SERVICE CATALOG &amp; REQUEST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AGENDA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SERVICE CATALOG &amp; REQUEST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87552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OOTB-First Frame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87552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engagement commits to OOTB — and what it means in the room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36208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766560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(and Isn't)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766560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vs. customization — with examples relevant to Service Catalog &amp; Request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87552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Catalog — OOTB Catalog Architecture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87552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OOTB catalog structure, variables, and fulfillment flows reduce request complexity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236208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766560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Decisions #1–#8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766560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vs. customization — catalog items, variable sets, and approval rules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87552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87552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recorded before we leave this room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236208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766560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Comes Next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766560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key design decisions — item scope, variable design, SLAs, and approvals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57200" y="4663440"/>
            <a:ext cx="11247120" cy="502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94360" y="4709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rule: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get made in this room. The OOTB recommendation is pre-populated. Your team's job is to confirm, adjust, or document the exception.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APPROACH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SERVICE CATALOG &amp; REQUEST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OOTB-first is not a constraint — it is the AI strategy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OOTB-First Means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420624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2880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starts with the OOTB Service Catalog &amp; Request capability — not the legacy system pattern.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(activating features, setting values, building taxonomies, writing rules) is always available — it is how OOTB is tailored to your organization.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(code changes, new database fields, custom scripts) requires a documented business case and Customization Council sign-off.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18-week engagement is scoped and priced for OOTB execution. Customization expands scope.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It Protects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420624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73368" y="182880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— Predictive Intelligence, Now Assist, Virtual Agent — require clean OOTB-aligned data and process structures. Custom fields and non-standard models reduce AI accuracy or block activation entirely.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upgrade paths. Customizations break on upgrades. OOTB patterns survive upgrades automatically with no remediation cost.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debt elimination. The Governance Triage Log captures every exception — it is managed and addressed iteratively. Nothing is lost; everything is governed.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LINE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SERVICE CATALOG &amp; REQUEST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— and what it isn't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CONFIGURATION  —  This is always available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3931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2880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Category and subcategory hierarchy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Variable sets shared across similar catalog items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OOTB approval rules by item type or cost threshold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Fulfillment task templates for common request types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CUSTOMIZATION  —  Requires business case &amp; Council sign-off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393192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73368" y="1828800"/>
            <a:ext cx="5212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Scripted catalog client scripts for complex conditional logic (use UI Policies instead)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Custom catalog UI overrides (use OOTB variable rendering)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Item-level approval workflows (use global approval rules)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5440680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48640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obligation: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pattern requiring customization is captured in the Governance Triage Log with a named owner and disposition date — addressed in the current sprint via the Customization Council or deferred to a governed follow-on engagement.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PROCESS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SERVICE CATALOG &amp; REQUEST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Catalog — Request Lifecycle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Category Structure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118360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74392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74392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Catalog Items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035552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91584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91584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Variable Sets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52744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08776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08776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 Approval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Fulfillment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869936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125968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25968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Publish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787128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043160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43160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Capabilities &amp; OOTB Features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Catalog Architecture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4864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hierarchy mirrors Employee Center topic structure. OOTB variable sets reused across similar items (access request, hardware request). No duplicate variable creation.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20624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29768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Fulfillment Automation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29768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Flow Designer handles approval routing, task assignment, and notifications. Standard approval rules applied across item types — no item-level scripting.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95528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04672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Continuous Improvement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04672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analytics surface most-submitted items, abandonment rates, and fulfillment bottlenecks. Items tuned iteratively from real usage data post-launch.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#1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SERVICE CATALOG &amp; REQUEST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catalog items are in scope at launch — how is the item list prioritized and bounded?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are the top 10–15 request types by current ticket volume?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Are any items in scope for HR or Facilities in addition to IT?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Who approves the launch item list — IT leadership or change advisory board?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plan for items not in scope at launch (backlog, self-service, Phase 2)?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Defense: Launching with 100+ catalog items before fulfillment flows are validated is a leading cause of catalog abandonment. Quality-gated launch beats volume.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SERVICE CATALOG &amp; REQUEST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catalog variables be designed — what is the standard for variable sets vs. item-level variables?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are the common data fields collected across multiple request types?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Who is the Catalog Manager responsible for variable set governance?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Are there mandatory fields required by agency security policy (justification, supervisor approval)?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How will variable changes be managed — what is the change control process for published items?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Defense: Item-level variables duplicated across catalog items create inconsistent data and block AI categorization. Shared variable sets are the OOTB standard.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#3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SERVICE CATALOG &amp; REQUEST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approval model — who approves what, and what triggers automatic vs. manual approval?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item types require manager approval vs. automatic fulfillment?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Is there a cost threshold that triggers additional approval levels?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Are security-sensitive items (privileged access, mobile devices) subject to additional review?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manages approval rule changes post-launch?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Defense: Per-item approval workflows create maintenance sprawl — one approval rule change requires updating dozens of workflows. OOTB approval rules scale correctly.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#4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SERVICE CATALOG &amp; REQUEST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fulfillment tasks be structured — what does the fulfillment team model look like?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fulfillment groups are responsible for each catalog item category?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Are any items fulfilled by multiple teams (IT + vendor, IT + HR)?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the expected fulfillment time for each item tier (standard, urgent, restricted)?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Will fulfillment tasks include checklists or step-by-step instructions?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Defense: Custom fulfillment workflows per catalog item create upgrade risk and inconsistent SLA tracking. OOTB task templates with assignment rules cover all standard patterns.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#5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SERVICE CATALOG &amp; REQUEST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SLAs apply to catalog requests — how are commitments defined and tracked?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are the defined SLA tiers for catalog requests (standard, expedited, critical)?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Are SLAs measured at the Request or RITM level (or both)?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Who receives breach notifications — fulfillment manager or assignment group?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Are there contractual or regulatory SLA requirements that drive specific time targets?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Defense: Custom SLA timer scripts are fragile and break on upgrade. OOTB SLA engine handles pause/resume, exclusion schedules, and breach escalation natively.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#6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SERVICE CATALOG &amp; REQUEST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catalog items be categorized for AI and reporting — what taxonomy governs classification?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Is the catalog category taxonomy aligned with the Employee Center topic structure?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Who governs additions and changes to the category taxonomy?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Are any catalog items excluded from Predictive Intelligence classification?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category depth is appropriate — how many subcategory levels?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Defense: Misaligned catalog and Employee Center taxonomies require separate AI training datasets. Shared taxonomy is the OOTB standard and dramatically reduces AI configuration effort.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#7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SERVICE CATALOG &amp; REQUEST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the catalog be maintained post-launch — what is the governance model for item retirement and updates?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Who is the designated Catalog Manager with publish/retire authority?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review cycle for existing catalog items (quarterly, annually)?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How will items that are no longer fulfilled be retired without breaking historical records?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Is there a catalog request process for new items — who can request a new catalog item and what is the approval path?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Defense: Catalog governance is a people and process problem, not a technology problem. OOTB lifecycle states and ownership fields provide all required tooling.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#8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SERVICE CATALOG &amp; REQUEST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catalog performance be measured — what does success look like at 30, 60, and 90 days?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are the 3–5 catalog KPIs for the 30-day post-launch review?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Who receives the weekly catalog performance report?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submission volume or SLA breach rate triggers a catalog item review?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Is requestor satisfaction (5-star survey) enabled for all catalog items?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Defense: Custom catalog reports outside PA lose the drill-down and trend analysis built into the OOTB framework. PA widgets are configurable without report scripting.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0"/>
            <a:ext cx="64008" cy="1645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920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on the next page is an action.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left blank leave this room with a named owner and a date. Before we close: no decision is unresolved — it is either made, or owned.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SERVICE CATALOG &amp; REQUEST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DECISION LOG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SERVICE CATALOG &amp; REQUEST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Catalog &amp; Request — Decisions Made in This Workshop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114300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103120"/>
                <a:gridCol w="3657600"/>
                <a:gridCol w="301752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Made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/ Due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 Item 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and bound the go-live catalog item 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Set Design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shared variable sets and governance 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 tiers, thresholds, and rule governance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Fulfillment Task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templates, assignment groups, and sequencing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Configuration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tiers, measurement level, and breach notifications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 Taxonomy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structure alignment with Employee Center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 Governance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 states, item ownership, and review cadence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 Performance KPIs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metrics, reporting recipients, and review triggers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NEXT STEPS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SERVICE CATALOG &amp; REQUEST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after this workshop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148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148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3327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Accelerator Pack — Workbook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after this workshop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captured today are entered into the Service Catalog &amp; Request Accelerator Pack workbook. ECS pre-populates the ServiceNow Mapping tab with OOTB field-level configuration specs.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5196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5196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4340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87375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Configuration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38912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— Configuration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38912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configures the process in ServiceNow against the completed Accelerator Pack workbook. Customer SMEs validate configuration against agreed decisions.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09244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9244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8388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71423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OOTB Walkthrough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22960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sprint demo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22960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walks the customer through the configured OOTB process in a live ServiceNow instance. Every decision from today is visible in the system.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" y="5650992"/>
            <a:ext cx="1124712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" y="5696712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does not replace the Accelerator Pack workbook. The workbook is the living record — decisions formally captured, configuration data collected, and customer sign-off obtained before sprint build begins.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SERVICE CATALOG &amp; REQUEST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17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64008" cy="1920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645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685800" y="2697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close the decision log.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33756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before we adjourn: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8 decisions made — or does each open item have a named owner and a date?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anything we captured incorrectly that needs to be corrected before the workbook is updated?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decision that needs escalation or leadership approval before Sprint 4 configuration begins?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1996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F"/>
                </a:solidFill>
              </a:rPr>
              <a:t>Contact your ECS Account Executive  ·  servicenow@ecstech.com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2026-05-12T05:31:13Z</dcterms:created>
  <dcterms:modified xsi:type="dcterms:W3CDTF">2026-05-12T05:31:13Z</dcterms:modified>
</cp:coreProperties>
</file>