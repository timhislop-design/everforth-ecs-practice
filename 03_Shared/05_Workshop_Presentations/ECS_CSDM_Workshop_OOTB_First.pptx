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CSDM -- Common Service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OOTB CSDM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Service hierarchy, ownership model, and CI-to-service mapping in OOTB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Service scope, hierarchy, ownership, CI mapping, offerings, CSDM phasing, incident/change integration, health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CSDM Accelerator Pack, service mapping sprint, CMDB CI binding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CSDM decision starts with the OOTB ServiceNow Common Service Data Model -- not a custom CMDB schema or legacy service catalog structure.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(service records, hierarchy relationships, ownership assignments, CI bindings) is always available -- no scripting required.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(non-standard service hierarchy tables, scripted service health calculations, external CMDB sync) requires a Customization Council case.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is scoped for OOTB CSDM execution. Full service mapping to all CIs is a multi-sprint effort -- scope the right starting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AI features -- Now Assist incident context and PA service health KPIs require OOTB-aligned service relationships. Custom service tables break AI-driven service impact analysis.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Change impact analysis -- OOTB change management uses CSDM service relationships to surface potential impact. Custom hierarchies break this natively.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CSDM tables and relationships survive upgrades. Custom service schema extensions require migration planning.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License ROI -- Service Graph, Event Management, and Performance Analytics only deliver full cross-service visibility on OOTB CSDM foundations.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Incident impact analysis -- OOTB impact field on incidents references the CSDM service hierarchy, enabling automatic stakeholder communication routing.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Change impact scoping -- OOTB change requests display the service tree affected by a planned change -- no custom scripting.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Performance Analytics service KPIs -- MTTR by service, incident volume by service, SLA attainment by service -- live from CSDM go-live.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Event Management service binding -- alerts bind to OOTB service records, enabling service-health dashboards without custom configuration.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Creating Business Service and Application Service records in OOTB CSDM tables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service hierarchy (Business Application → Application Service → Technical Service)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Assigning service owners, service managers, and support groups via OOTB service record fields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Mapping CIs to Application Services via OOTB service dependency relationships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Service Offering and Service Commitment records (OOTB)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service classification (customer-facing vs. supporting services)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Binding incidents to services via OOTB Business Service field on incident form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service health targets in OOTB Service Level Management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up OOTB Service Maps for visual dependency display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Defining CSDM phasing approach (Foundation → Advanced in staged sprints)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CSDM table extensions beyond OOTB service hierarchy tables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service health calculations replacing OOTB service level targets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CMDB sync overriding OOTB service relationship model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service catalog integration with non-OOTB service record schema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impact calculation logic for incidents and changes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service dashboard widgets beyond OOTB PA service KPIs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Non-standard service hierarchy (more than 4 levels deep)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service dependency population from external systems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service approval workflows for service record changes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service registry integration replacing OOTB CSDM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custom table, script include, or external sync -- it is a customization. If it can be configured through the Service Record form, CSDM Workspace, or the CI-to-service relationship UI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OOTB CSDM Hierarchy --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Business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Application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78992"/>
            <a:ext cx="276148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097280"/>
            <a:ext cx="267004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Technical Service / Platform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CI BINDINGS (Discovery / SGC → Technical Service)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INCIDENT binds to Business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3448" y="2185416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8312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CHANGE scopes to App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6856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720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EVENT alerts bind to Tech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06624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61488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PERFORMANCE ANALYTICS: Service health · MTTR · Incident volume by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044952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OOTB impact analysis on incidents uses CSDM service hierarchy for auto-stakeholder routing. PA service KPIs go live from the first CSDM-bound incident. Now Assist uses service context for AI-generated summaries.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service scope -- which services are modeled at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Recommendation: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Start with 10-20 highest-visibility services -- not the full IT portfolio. Top candidate services: those with the highest incident volume, the most critical CIs, or the greatest business impact. Phased approach: Foundation tier at Sprint 4, full portfolio expansion post-go-live.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Attempting to model all services in Sprint 4 is the most common CSDM failure mode. A focused, accurate service model is more valuable than a complete but inaccurate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are the top 10-20 services by incident volume or business criticality?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existing service definitions exist (ITSM catalog, asset register, Excel)?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Which services have named owners who can validate the service model?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service expansion plan after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Boiling the ocean -- modeling all 200 services in Sprint 4 -- is the #1 cause of CSDM go-live delays. Define the scope, build it clean, expand iteratively.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service hierarchy approach will be used?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CSDM Hierarchy: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Layer 1 -- Business Application: customer-facing service (e.g., Email, VPN, HR Portal). Layer 2 -- Application Service: the technical implementation (e.g., Exchange Online, GlobalProtect). Layer 3 -- Technical Service / Platform Service: underlying infrastructure (e.g., Azure AD, Palo Alto FW). OOTB supports all four CSDM layers -- start with layers 1-2 for Sprint 4.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CSDM layers are in scope at go-live (Business App + App Service minimum)?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Platform Services (infrastructure) in scope -- or post-go-live?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Does the business use a different service name than the technical name? (Map both OOTB.)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any services aggregated (one Business App = multiple App Services)?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Modeling all four CSDM layers in Sprint 4 is over-ambitious. Start with Business Application → Application Service. Add Technical Service in Sprint 5 when Discovery and CMDB data are available.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service ownership be defined and maintained?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Ownership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Service Owner: accountable executive for the Business Application. Service Manager: operational lead for the Application Service. Support Group: OOTB assignment group for incidents against this service. All set via OOTB service record fields -- no scripting.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Who is the named Service Owner for each in-scope Business Application?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is the Service Manager for each Application Service?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support group handles incidents for each service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process for transferring service ownership when staff changes?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Services without named owners are inaccurate within 3 months. Assign a named Service Owner and Service Manager to every in-scope service before go-live -- it is a governance step, not a technical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CIs be mapped to services?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CI-to-Service Mapping: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service dependency relationship: CI → Application Service. Relationship types: "Runs on," "Uses," "Depends on" -- all OOTB. Manual mapping via OOTB Relationship Editor. Automated via Discovery (Sprint 4) or Service Graph Connectors (Sprint 5). Service Maps: visual display of CI-to-service tree -- OOTB.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CIs are associated with each in-scope Application Service (servers, databases, network devices)?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CI population available before CSDM mapping (from existing CMDB or Discovery data)?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CI-to-service mapping be done manually now -- or deferred to post-Discovery (Sprint 4)?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CI-service binding validation process (who confirms it is accurate)?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CI-to-service mapping without populated CI data produces an empty service map. Map services to CIs after Discovery or Service Graph Connectors populate the CMDB -- not before.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Will Service Offerings and Commitments be in scope?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Service Offering: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Service Offering: a named variant of a Business Application with specific SLA commitments (e.g., Standard Email vs. Executive Email). Service Commitment: SLA target attached to the offering. OOTB catalog items can reference Service Offerings. This is an Advanced CSDM tier -- not required for Sprint 4 Foundation.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Are Service Offerings in scope at go-live -- or post-go-live expansion?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Are there different service tiers with different SLA targets for the same application (e.g., Standard vs. Priority)?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defines and maintains Service Commitment records?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Service Offering integration with the catalog in scope for this engagement?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Service Offerings and Commitments are an advanced CSDM capability. Do not configure them in Sprint 4 unless there is a specific incident-routing or SLA-tiering business requirement. Foundation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incidents and changes bind to services?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Service Binding: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Incident: OOTB Business Service field on incident form -- agent selects service, triggers stakeholder communication. Change: OOTB Impacted Services tab on change request -- surfaces service tree affected. Both are OOTB fields, no scripting. PA service KPIs derive from this binding -- no additional config.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the Business Service field mandatory or optional on the incident form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service selection be available to all agents -- or restricted to specific groups?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For Change: should the Impacted Services tab be required in the normal change workflow?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process when an agent does not know the associated service?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Incident-to-service binding is the single most valuable CSDM activation at go-live -- it enables PA service KPIs, stakeholder routing, and impact analysis. Make it mandatory on the incident 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CSDM phasing approach across the engagement?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Phasing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Sprint 4 Foundation: Business Application + Application Service records, service ownership, incident-service binding. Sprint 5 Advanced: CI-to-service mapping (post-Discovery), Technical Service layer, Service Maps. Post-go-live: Service Offerings, Event Management service binding, full portfolio expansion.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the phasing approach above accepted -- or is there a specific Advanced CSDM requirement for Sprint 4?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are the acceptance criteria for Sprint 4 CSDM Foundation?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validates the Sprint 4 CSDM model before Sprint 5 begins?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governance process updates the service model after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Attempting full CSDM in Sprint 4 (all four layers, all CIs, Service Offerings) is the most common CSDM scope overrun. Commit to Foundation in Sprint 4. Advanced in Sprint 5. Everything else post-go-live.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service health be measured and reported?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Service Health: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PA service KPIs: incident volume by service, MTTR by service, SLA attainment by service, open incident count by service. Service availability: OOTB availability calculation from incident duration on service-bound incidents. Event Management: real-time alert count by service (Sprint 5). All live from first CSDM-bound incident.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PA service health KPIs are required for the go-live dashboard?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service availability calculation (uptime %) in scope at go-live -- or post-Event Management?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is the service health dashboard audience -- IT leadership, service owners, operations?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service health review cadence (daily, weekly)?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Service health reporting without CSDM-bound incidents provides no service-level visibility. Activate incident-service binding from day one -- PA service KPIs follow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CSDM -- Common Service Data Model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Service Scope at 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Top 10-20 services; selection criteria; expansion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Service Hierarchy Approach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CSDM layers in scope; naming model; aggregation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Service Ownership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Named service owners; service managers; support groups per 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CI-to-Service Mapping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CI mapping approach; timing (manual vs. post-Discovery); validation process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Service Offerings &amp; Commitments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In scope for Sprint 4 or post-go-live; tiering model; catalog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Incident &amp; Change Service Binding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Business Service field mandatory; change impacted services; agent guidance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CSDM Phasing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Sprint 4 Foundation scope; Sprint 5 Advanced scope; acceptance criteria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Service Health Reporting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PA KPIs at go-live; availability scope; dashboard audience; review cadence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CSDM Accelerator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the CSDM Accelerator Pack: service list, hierarchy decisions, ownership assignments, CI binding approach, and phasing plan across all workbook tabs.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Service Inventory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Customer team produces the Sprint 4 service list with named owners before CSDM configuration begins. ECS provides the service inventory template.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CSDM Foundation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ECS configures Business Application and Application Service records, ownership, and incident-service binding in the dev instance based on today's decisions.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CMDB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CSDM CI binding deferred to Sprint 5 post-Discovery. CMDB workshop (scheduled separately) confirms CI class scope and Discovery schedule before mapping begins.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CSDM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