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Service Graph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Service Graph Connectors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What SGCs are, how they populate CMDB, and what OOTB means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Population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Reconciliation, IRE, CI class hierarchy, and data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Connectors in scope, reconciliation rules, authoritative sources, Intune, SCCM, cloud connectors, health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Connector activation, IRE rule configuration, CMDB health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Service Graph Connectors are Scoped Apps published by ServiceNow on the Store. They are OOTB connectors -- not custom integrations.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SGCs ingest data from third-party sources (SCCM, Intune, AWS, Azure, Qualys, etc.) and populate CMDB CI records using the Identification and Reconciliation Engine (IRE).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IRE is the OOTB mechanism that deduplicates and merges CI data from multiple sources without scripting.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We Configure (Not Code)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Connector credentials and scheduled import frequency.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IRE reconciliation rules: which source wins for which CI attribute.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CI class scope: which CI types each connector populates.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CMDB health dashboard thresholds.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The Delivery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5 activates connectors, configures IRE rules, and runs first imports.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Sprint 6 validates CMDB health, tunes reconciliation, and wires CMDB data to HAM/SAM.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All configuration through the Integration Hub and CMDB workspace -- zero scripting.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Connector activation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credential config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IRE reconciliation rules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CI class scope per connector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CMDB health dashboard</a:t>
            </a:r>
          </a:p>
          <a:p>
            <a:r>
              <a:rPr lang="en-US" dirty="0" sz="85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scheduled import 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connector scripts replacing SGC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IRE rules beyond OOTB rulesets</a:t>
            </a:r>
          </a:p>
          <a:p>
            <a:r>
              <a:rPr lang="en-US" dirty="0" sz="85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850">
                <a:solidFill>
                  <a:srgbClr val="1A1A1A"/>
                </a:solidFill>
                <a:latin typeface="Calibri"/>
              </a:rPr>
              <a:t>custom CMDB tables for CI classes covered by OOTB CI class hierarchy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SGCs are ServiceNow-maintained OOTB connectors. Custom connector scripts require maintenance with every third-party API change. IRE handles deduplication and source authority -- custom logic breaks on platform upgrades.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CMDB Population: Source to CI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CONNECTOR ACTIVATED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0824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3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DATA INGESTED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IRE IDENTIFICATION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2392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IRE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3176" y="1078992"/>
            <a:ext cx="1627632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1097280"/>
            <a:ext cx="1536192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CMDB HEALTH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Connector Activated: SGC installed from ServiceNow Store. Credentials configured (API key, service account, or OAuth). Connection tested. Scheduled import configured.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85416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240280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Data Ingested: Connector pulls raw data from source system on schedule. Raw data staged in Import Set tables. No CMDB records created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52374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IRE Identification: IRE identifies whether incoming CI matches an existing CMDB record (by serial number, hostname, MAC address, or custom identifier). Matches routed to reconciliation. New records created.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27832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82696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IRE Reconciliation: For matched CIs, IRE applies reconciliation rules: which source is authoritative for each attribute. Conflicting data resolved without scripting. CMDB CI record updated.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566160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49039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803903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CMDB Health Validation: CMDB Health Dashboard reports: CI completeness (required fields populated), CI compliance (data within expected values), and staleness (last discovered date).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087368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Now Assist can summarize CMDB health trends for operational review. Predictive Intelligence can flag CIs with anomalous change patterns that may indicate data quality issues.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Service Graph Connectors are in scope for this engagement?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Available SGCs (ServiceNow Store):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Microsoft Intune (endpoint), Microsoft SCCM (endpoint), AWS (EC2, S3, RDS), Azure (VM, storage), Google Cloud, Qualys (vulnerability), CrowdStrike (endpoint), Tenable, VMware vSphere, Kubernetes, ServiceNow Discovery (native). Each is a separate Scoped App -- activate only what is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endpoint management tools are in use (Intune, SCCM, JAMF, other)?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cloud environments (AWS, Azure, GCP) in scope for CMDB?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vulnerability scanners (Qualys, Tenable, Rapid7) a data source for CMDB?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current system of record for endpoint inventory?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Every connector activated adds import volume and IRE processing load. Activate connectors that cover the CI classes in scope for HAM/SAM/ITSM. Do not activate connectors for CI types not in your CMDB 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source is authoritative for each CI attribute?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IRE Source Authority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IRE assigns a "data source precedence" to each CI attribute. Example: serial number from Intune wins over Discovery; hostname from SCCM wins over manual entry. Precedence is set per-attribute in IRE rules -- no scripting. OOTB precedence rules exist for all major connectors.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For laptop/desktop CIs: is Intune or SCCM the authoritative source?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For server CIs: is Discovery, vSphere, or AWS/Azure the authoritative source?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resolves conflicts when two sources disagree on a CI attribute?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there any attributes where manual entry should always win (assigned-to, cost center)?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IRE source authority is the most impactful CMDB decision in this room. Unresolved source conflicts produce a CMDB that no one trusts. Agree on the authority matrix today -- one row per CI class, one column per attribute.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CI class hierarchy in scope -- and what maps to which connector?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CI Class Hierarchy: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ServiceNow CMDB ships with a full CI class hierarchy (cmdb_ci base class with sub-classes: cmdb_ci_computer, cmdb_ci_server, cmdb_ci_network_device, cmdb_ci_cloud_service_account, etc.). Each SGC populates specific CI classes. HAM links to hardware CI classes. SAM links to software CI classes.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CI classes are in scope: endpoints, servers, network, cloud, or all?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Do any CI classes require custom attributes beyond the OOTB schema?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Are virtual machines tracked as a CI class distinct from physical servers?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containers and Kubernetes workloads in scope for CMDB?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CI class scope drives connector selection, IRE rule count, and CMDB health reporting scope. Narrowing CI class scope to what ITSM and HAM/SAM actually use is the right OOTB-first 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the Microsoft Intune connector be configured?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Intune SGC Capabilities: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Intune SGC pulls: device inventory (hardware model, serial, OS version), user assignment, compliance status, app inventory. Populates cmdb_ci_computer class. Scheduled import (every 4 hours OOTB). Requires Azure AD app registration with Intune read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Intune the MDM/EMM for Windows and/or mobile devices?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will create the Azure AD app registration for the Intune SGC? (IT security or cloud team)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the Intune SGC run for all devices or a specific device group?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How often should the Intune import run (4-hour OOTB default vs. more frequent)?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Intune SGC is typically the fastest connector to activate and the highest-value for endpoint CMDB population. Azure AD app registration is the one dependency that requires cloud team involvement -- confirm the contact before Sprint 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the SCCM connector be configured -- and does it overlap with Intune?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SCCM SGC Capabilities: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SCCM SGC pulls: hardware inventory, software inventory, patch compliance status. Populates cmdb_ci_computer and cmdb_sam_sw_install. Requires a MID Server with network access to SCCM. If Intune and SCCM both cover the same endpoints, IRE source authority rules determine which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SCCM still active or is Intune replacing it?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If both are active, which is authoritative for hardware attributes vs. software installs?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Does the MID Server have network access to the SCCM server?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SCCM software inventory data the primary input for SAM reconciliation?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Running both Intune and SCCM connectors without IRE source authority rules creates duplicate CI records and conflicting attribute values. Resolve the overlap question before activating both connectors.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Are cloud connectors (AWS, Azure) in scope -- and what CI classes do they populate?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Cloud SGC Capabilities: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AWS SGC: EC2 (cmdb_ci_vm_instance), S3, RDS, Lambda. Azure SGC: VM, storage accounts, App Services. Both require cloud service account credentials with read-only access. IRE deduplicates cloud VMs against Discovery-discovered servers.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AWS and/or Azure workloads in scope for CMDB in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manages cloud credentials and can provision a read-only service account for the connector?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cloud VMs be linked to HAM asset records or tracked separately?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there a cloud cost integration requirement alongside the CMDB population?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Cloud connectors require cloud team involvement for credential provisioning. If cloud is in scope, confirm the cloud team contact and credential provisioning timeline before Sprint 5 -- this is the connector with the longest lead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CMDB health be measured and who owns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CMDB Health Dashboard: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CMDB Health Dashboard reports: completeness score (required fields populated %), compliance score (field values within expected ranges %), staleness score (last discovered within threshold %). Thresholds are configurable. OOTB PA dashboards track health trends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target CMDB health score at go-live (completeness, compliance, staleness)?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is the CMDB owner responsible for health score maintenance?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How often will CMDB health be reviewed (weekly, monthly, at each sprint close)?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Which CI classes are included in the health score calculation?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CMDB health is only meaningful if someone owns it. Assign a named CMDB owner in this room. A CMDB without an owner has a 6-month half-life regardless of how well it was configured.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Service Graph Connectors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Connectors 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IRE source authority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CI class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Intune connector config and credentials owner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SCCM connector config and overlap resolution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Cloud connector scope and credentials owner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CMDB health owner and target scores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Connector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Confirm which SGCs are in scope. Identify credential owners for each connector. Document Azure AD app registration requirement for Intune.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IRE Authority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Draft CI class x attribute authority matrix. Review with CMDB and discovery teams before Sprint 5 IRE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MID Server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Confirm MID Server network access to SCCM and any other on-premise data sources. Resolve firewall exceptions before Sprint 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Cloud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Engage cloud team to provision read-only service accounts for AWS/Azure connectors. Target: credentials ready before Sprint 5 kick-off.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88620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92277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Health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21538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Run CMDB health check before connector activation to capture baseline. Measure improvement at Sprint 6 close.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SERVICE GRAPH 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