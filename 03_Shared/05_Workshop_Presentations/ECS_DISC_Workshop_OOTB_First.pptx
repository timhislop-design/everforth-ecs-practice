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OOTB Discovery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Probe-sensor architecture, credential vault, pattern library, and CMDB population in OOTB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Scope, MID Server, credentials, schedule, cloud, reconciliation, custom patterns, health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Discovery Accelerator Pack, MID Server prep, first Discovery run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Discovery decision starts with OOTB ServiceNow Discovery -- not a custom scan tool or CMDB import script.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(IP ranges, schedules, credentials, cloud accounts, pattern activation) is always available in the Discovery application -- no scripting required.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(custom Discovery patterns, scripted CI population logic, non-standard probe development) requires a Customization Council case.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scopes Discovery to the network ranges and CI classes that directly support ITSM and CSDM -- full infrastructure discovery is a phased effort.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CMDB accuracy -- OOTB Discovery keeps the CMDB current automatically. Custom import scripts require manual scheduling and do not handle CI staleness.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Change impact analysis -- accurate CI data from Discovery enables OOTB change impact scoping. Custom-populated CIs often lack the relationships needed for impact analysis.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Discovery patterns are maintained by ServiceNow with each upgrade. Custom patterns require manual remediation after upgrades.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HAM and SAM -- OOTB Discovery populates hardware and software inventory automatically, feeding OOTB normalization and lifecycle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Automated CMDB population -- CIs discovered, created, and updated automatically on the configured schedule without manual intervention.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OOTB CMDB Health scoring -- completeness and staleness metrics are accurate from the first Discovery scan.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HAM hardware inventory -- OOTB hardware model normalization populates asset records from Discovery data automatically.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Cloud visibility -- OOTB cloud Discovery for AWS, Azure, and GCP populates cloud CIs alongside on-prem infrastructure in the same CMDB.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Discovery IP ranges and subnets in OOTB Discovery Schedules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Discovery credentials in OOTB Credential Vault (Windows, Linux, SNMP, VMware)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Discovery schedule frequency (daily, weekly) and maintenance window exclusions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Activating OOTB Discovery patterns for Windows, Linux, VMware, network devices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OOTB cloud Discovery (AWS, Azure, GCP) via cloud service accounts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IRE (Identification &amp; Reconciliation Engine) rules for CMDB data source priority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OOTB horizontal and vertical Discovery for application service mapping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MID Server affinity rules for Discovery scope segmentation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CMDB Health scoring rules for Discovery-populated CI classes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Enabling OOTB Discovery Diagnostic and troubleshooting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Discovery patterns for non-standard devices or proprietary systems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CI population logic replacing OOTB probe-sensor framework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IRE reconciliation rules overriding OOTB data source priority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credential rotation logic beyond OOTB Credential Vault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network scanning tools replacing OOTB Discovery probes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Non-standard MID Server cluster configuration beyond OOTB affinity rules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cloud account enumeration beyond OOTB cloud Discovery configuration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CMDB population scripts triggered by Discovery events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vulnerability scanner integration replacing OOTB Discovery patterns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Discovery exception handling beyond OOTB error logging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custom probe, sensor, or script include -- it is a customization. If it can be configured through Discovery Schedules, Credential Vault, or Cloud Service Accounts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OOTB Discovery -- CI Population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Discovery Schedule triggers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MID Server executes probes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Cloud accounts polled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PROBE DATA COLLECTED → SENSOR processes → CI attributes extracted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IRE: New CI created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3448" y="2185416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8312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IRE: Existing CI updated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6856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720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Duplicate flagged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CMDB HEALTH UPDATED → Relationships built → ITSM/CSDM binding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Discovery-populated CIs feed CMDB Health scoring, CSDM CI binding, change impact analysis, and HAM asset normalization automatically. PA CMDB KPIs (completeness, staleness) go live from first scan.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Discovery scope -- which network ranges and environments?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Start with the network ranges hosting the top CI classes in scope (servers, VMs, network devices). Exclude ranges with no CMDB-relevant assets (printers, IoT, HVAC). Cloud: AWS/Azure/GCP accounts in scope as separate cloud Discovery configurations. Phased: production ranges in Sprint 4, expanded in Sprint 5.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Scanning all subnets on day one creates noise, certificate issues, and Discovery errors from unexpected devices. Define the in-scope ranges deliberately.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are the primary IP ranges hosting in-scope servers and network devices?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cloud environments (AWS, Azure, GCP) in scope for Sprint 4?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any network segments excluded (OT/ICS, IoT, guest wireless)?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provides network access and firewall rules for the MID Server?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Broad undifferentiated Discovery scans create CMDB noise and false CIs from printers, video conferencing endpoints, and IoT devices. Scope network ranges deliberately -- expand after first scan is clean.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MID Server strategy for Discovery?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MID Server: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One MID Server per network segment that lacks direct ServiceNow cloud access. HA: two MID Servers per segment (active-passive). MID Server affinity: OOTB affinity rules route Discovery jobs to the right MID Server automatically. Cloud Discovery: MID Server not required if outbound internet access is available.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How many discrete network segments require a dedicated MID Server?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the MID Server already deployed from Platform Foundation -- or is a new one required?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credentials does the MID Server run under (service account, admin)?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the MID Server in a location with network access to all in-scope IP ranges?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 single MID Server attempting to discover all network segments across firewalls creates Discovery errors and incomplete results. Place MID Servers close to the network ranges they discover -- one per segment is the standard.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credentials be managed for Discovery?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Credential Vault: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Windows (WMI): domain service account with local admin on target servers. Linux (SSH): service account with sudo privileges. VMware (SOAP API): vCenter read-only service account. SNMP: v2c community string or v3 credentials. All stored in OOTB Credential Vault -- encrypted at rest.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credential types are in scope (Windows, Linux, VMware, SNMP, cloud)?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is the privileged access owner for each credential type?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there a PAM (CyberArk, HashiCorp) integration required -- or direct credential storage?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credential rotation schedule?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Discovery without credentials discovers only basic network-layer information (IP, MAC, OS version). Credentialed discovery provides full CI attribute population including software, services, and relationships.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Discovery schedule and frequency?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Discovery Schedule: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Scheduled Discovery: define schedule records per IP range. Recommended frequency: daily for production servers, weekly for network devices. Maintenance window exclusions: configurable per schedule. On-demand Discovery: triggered manually from CI record or API.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Discovery frequency for production servers?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there maintenance windows during which Discovery should not run?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Discovery run daily -- or is weekly sufficient for the CMDB staleness target?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is notified when Discovery encounters errors or unreachable hosts?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Weekly-or-less Discovery frequency cannot meet a 30-day staleness threshold. For a completeness target of &gt;90%, daily Discovery on production ranges is the minimum cadence.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Is cloud Discovery in scope -- and for which platforms?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Cloud Discovery: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AWS: OOTB AWS Discovery pattern -- IAM read-only credentials. Azure: OOTB Azure Discovery -- service principal with Reader role. GCP: OOTB GCP Discovery -- service account with Viewer role. Cloud CIs populate the same CMDB alongside on-prem -- unified visibility. No MID Server required for cloud Discovery if outbound internet access is available.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AWS, Azure, and/or GCP accounts in scope for Discovery?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there a cloud inventory management tool already in use (Prisma Cloud, AWS Config)?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provides cloud IAM credentials for Discovery?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cloud CIs merge with on-prem CIs (e.g., VM in both Azure and on-prem CMDB)?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Running on-prem Discovery without cloud Discovery creates a split CMDB -- hybrid infrastructure has no unified visibility. Configure cloud Discovery alongside on-prem from Sprint 4 if cloud assets are in 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Discovery reconcile with other data sources (SGC, manual)?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IRE: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Identification and Reconciliation Engine (IRE) resolves conflicts between Discovery and other CI sources. Data source priority configurable: Discovery (authoritative for servers), SGC (authoritative for endpoints), manual (authoritative for non-discoverable). Duplicate detection: OOTB deduplication rules per CI class.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data source priority per CI class (Discovery vs. Intune SGC vs. manual)?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Service Graph Connectors (Sprint 5) expected to populate the same CI classes as Discovery?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conflict resolution model when Discovery and SGC disagree on an attribute value?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reviews and resolves IRE exceptions?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Running Discovery and Service Graph Connectors on the same CI classes without IRE rules creates duplicate CIs and conflicting attributes. Define IRE data source priority per class before Sprint 5 SGC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Are custom Discovery patterns required?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Pattern Library: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500+ OOTB Discovery patterns covering Windows, Linux, VMware, Cisco, Juniper, F5, AWS, Azure, GCP, Oracle DB, SQL Server, Apache, IIS, and more. Pattern upgrades delivered with ServiceNow releases. Custom patterns: required only for proprietary or specialty hardware not covered by the OOTB library.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there devices or applications in scope that are not covered by OOTB Discovery patterns?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is the make/model of any specialty hardware that requires custom pattern development?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custom patterns required at go-live -- or can those CI classes wait for post-go-live expansion?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owns custom pattern development and maintenance if required?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Custom Discovery pattern development is a specialized skill that extends Sprint 4 significantly. Scope to OOTB-covered devices first -- custom patterns for specialty hardware should be a post-go-live initiative.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Discovery health be monitored after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Discovery Health: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Discovery Diagnostic: OOTB dashboard showing scan completion rate, error rate, unreachable hosts, and credential failures. PA indicators: CI staleness, CMDB completeness, Discovery error count. Email alerts on Discovery schedule failures. All OOTB -- no custom dashboards needed.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receives Discovery error alerts -- and what is the response SLA?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is the Discovery health review cadence (daily dashboard check, weekly review)?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CMDB Health threshold triggers an escalation to the CMDB Steward?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a PA Discovery health indicator required for the go-live dashboard?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Discovery errors that go unreviewed accumulate into CMDB staleness without anyone noticing. Assign a Discovery health owner, set up PA Discovery health indicators, and review the Diagnostic dashboard weekly.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Discovery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Discovery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IP ranges; network segments; cloud accounts; exclusions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MID Server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MID Server count; placement; network access; affinity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Credential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Credential types; PAM integration; rotation schedule; owners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Discovery Schedule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Frequency per range; maintenance window exclusions; on-demand triggers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Cloud Discovery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Cloud platforms in scope; IAM credential approach; CI merge rules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IRE Reconciliation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Data source priority per class; conflict resolution; exception owner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Custom Pattern Scope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Specialty devices; pattern development timeline; post-go-live deferral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Discovery Health Monitoring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Alert recipients; review cadence; CMDB threshold escalation; PA indicators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Discovery Accelerator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the Discovery Accelerator Pack: IP ranges, credential types, cloud account details, schedule decisions, IRE priority rules, and health monitoring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MID Server Pre-Configuration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MID Server deployed and validated from Platform Foundation sprint. ECS confirms network access to all in-scope IP ranges before Discovery schedule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First Discovery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ECS runs a targeted Discovery on a sample IP range in dev instance to validate credentials, patterns, and CI population before production schedule is activated.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Baseline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First CMDB Health Dashboard review with customer CMDB Steward 1 week after first full Discovery run. Identify and remediate top health score gaps.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