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Center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a Modern Self-Service Experience for Every Employee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EMPLOYEE CENTER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Employee Center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Center — OOTB Portal Strategy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OOTB Employee Center delivers a consumer-grade self-service experience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themes, topics, and home page layout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key design decisions — portal structure, topic taxonomy, branding guardrails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Employee Center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Topic taxonomy (IT, HR, Facilities, Finance)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Home page promoted items and banners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Search result ranking and synonyms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Announcement banners and news tiles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Full custom portal UI (use OOTB theme engine instead)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search indexing outside EC framework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Hardcoded department-specific portals (use topic filtering)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Center — Portal Delivery Lifecycle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 EC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 Items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Theme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Go-Live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Adopt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Activation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 Pro activated via plugin. No custom portal development required. Topic taxonomy created OOTB from catalog category structure.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 Integration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OOTB catalog items surface in Employee Center automatically. Topics map to category groupings. Promoted items pinned to home page.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Readiness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communications and quick-start guides drive portal adoption. Usage dashboards track deflection and self-service resolution from Day 1.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topic categories will be included at launch, and who owns each?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business domains are in scope at launch (IT, HR, Facilities, Finance)?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is the designated Topic Owner for each domain?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any sensitive topic areas (HR, Legal) restricted to specific audiences?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governance process for adding or retiring topics post-launch?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Adding custom portal sections outside the OOTB topic framework creates maintenance debt and breaks future upgrades. Use the built-in topic configurator.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branding and theming approach — how much visual customization is permitted?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the agency brand guide available (logo, hex colors, approved fonts)?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approves the final portal look and feel — IT or Communications?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there accessibility (Section 508) requirements that constrain color choices?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sub-agency or bureau portals need distinct branding?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OOTB theming passes Section 508 compliance out of the box. Custom CSS overrides require re-testing on every upgrade.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promoted items and the home page be curated — who controls what employees see first?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is the designated EC Administrator responsible for home page curation?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are the top 5–8 services to promote at launch?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promoted items differ by department or location?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often will promoted items be reviewed and rotated?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OOTB audience targeting replaces the need for separate department portals — one portal, personalized experience.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search be configured — synonyms, promoted results, and relevance tuning?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Are there known agency-specific terms or acronyms that must be in the synonym dictionary at launch?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will monitor search analytics and tune results post-launch?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any catalog items or knowledge articles excluded from search?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target search deflection rate (baseline from current portal)?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Custom search indexing outside the EC framework loses the native analytics and relevance ranking that improve automatically with usage.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knowledge articles be surfaced in Employee Center — what content is in scope?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knowledge bases are in scope for Employee Center at launch?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existing knowledge content ready to publish, or does it need review first?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any knowledge categories restricted (HR policies, legal)?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is the Knowledge Manager responsible for content quality?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Knowledge articles published to EC are immediately available to Now Assist for AI-generated answers — no separate AI content pipeline needed.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Employee Center replace the existing intranet or self-service portal — what is the migration plan?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there an existing self-service portal or intranet that EC will replace?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planned cutover date and communication timeline?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there embedded links in other systems (email templates, SharePoint) that need updating?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rollback plan if adoption issues arise in the first 30 days?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Parallel portal operation is the leading cause of slow EC adoption. ECS recommends a firm cutover date with executive communication support.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Virtual Agent be integrated with Employee Center — what conversations are in scope at launch?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Virtual Agent in scope for this engagement (confirm sprint schedule)?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OOTB conversation topics will be activated at EC launch?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VA be the primary entry point or supplementary to catalog browse?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target VA containment rate (% of interactions resolved without agent)?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Custom VA conversation flows require NLU training and ongoing maintenance. OOTB topics are pre-trained and immediately effective.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Employee Center adoption be measured — what metrics define success?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are the 3–5 KPIs that define Employee Center success for this agency?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receives the weekly portal adoption report?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baseline self-service rate from the current portal?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adoption rate triggers a review of the EC configuration or promotion strategy?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Custom portal analytics outside the EC framework lose correlation with catalog submission and resolution data — the full picture is only available in OOTB dashboards.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EMPLOYEE CENTER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Center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Category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launch topic domains and ownership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Branding &amp; Theming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theme approach and brand approvals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Page Curation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promoted items and EC Administrator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Synonyms, promoted results, and tuning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in-scope knowledge bases and content readiness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Migration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portal cutover plan and 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Agent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 topic activation and EC entry point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Metrics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KPIs, reporting recipients, and baseline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Employee Center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EMPLOYEE CENTER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4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2026-05-12T05:31:13Z</dcterms:created>
  <dcterms:modified xsi:type="dcterms:W3CDTF">2026-05-12T05:31:13Z</dcterms:modified>
</cp:coreProperties>
</file>