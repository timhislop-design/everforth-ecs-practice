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Stabilization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Engagement with Operational Confidence and a Continuous Improvement Foundation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Reporting &amp; Stabilization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 and Stabilization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strategy, hypercare model, operational handoff, and the governance of post-go-live operations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Report catalog, distribution, hypercare model, ops handoff, admin training, CAB, data retention, CI process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Reporting &amp; Stabilization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Activating OOTB Reporting and Performance Analytics content packs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Creating PA indicators, breakdowns, and scorecards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Building reports and responsive dashboards with OOTB widgets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scheduled report distribution and data collection jobs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dashboard sharing, roles, and ACLs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KPI targets and thresholds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report engines or external BI replacing OOTB PA/Reporting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report generation outside the OOTB scheduler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dashboard widgets requiring code (use OOTB widgets / Platform Analytics)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Go-Live and Stabilization — End-to-End Model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Complete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Hypercare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Stabilization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Handoff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Goes Live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go-live includes: all in-scope ITSM processes (Incident, Change, Problem), CMDB, Knowledge, Virtual Agent, Employee Center, HAM, Integrations, and Performance Analytics dashboards.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Hypercare Model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provides 2-week hypercare post-go-live: priority support for go-live issues, configuration adjustments within agreed scope, and daily health reviews.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Handoff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handoff includes: admin runbook delivery, admin training completion, documented escalation paths, and customer admin can independently manage day-to-day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standard report catalog — which OOTB reports will be published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 Library: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OOTB reports for all process areas: Incident aging, open incident by group, SLA attainment, change calendar, change success rate, CMDB health, asset by lifecycle state.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vs Dashboard: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PA dashboards for operational KPIs (real-time, role-targeted). Classic Reports for scheduled email distribution to non-ServiceNow users or compliance exports.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Governance: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reports visible to all users with the report's sharing role. OOTB report categories organize reports by process area — no custom navigation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OOTB reports will be published to the standard report catalog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reports needed for compliance or audit that cannot be replaced by PA dashboards?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owns the report catalog — and what is the process for adding or retiring reports?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a report naming convention be enforced (e.g., '[Process] — [Metric] — [Audience]')?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builds that duplicate PA indicators waste build time and create data governance confusion. Audit the OOTB report library before building anything custom — 90%+ of reporting needs are already covered.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reports be distributed — scheduled email, on-demand, or dashboard?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Distribution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email: report runs automatically and sends to a distribution list on a schedule (daily, weekly, monthly) — OOTB, no scripting. On-demand: users navigate to report directly. Dashboard: embedded in role-based homepage.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Distribution: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can be emailed to users who do not have ServiceNow access. OOTB report subscription feature — no custom email scripts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stakeholders: PA dashboard (self-service, real-time). Executives: weekly email digest of key scorecards. External/compliance: scheduled Classic Report email.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reports will use scheduled email distribution — and at what frequency?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external recipients (non-ServiceNow users) who receive report emails?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PA scorecards replace weekly email report digests for internal stakeholders?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report subscription lists as personnel changes occur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email report scripts are not needed. OOTB report subscriptions handle all standard distribution patterns. Complex conditional distribution (different reports to different recipients based on data) requires Customization Council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hypercare model — duration, support SLA, and escalation?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Standard Hypercare: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post-go-live. Daily health review call (30 minutes). ECS on-standby for priority support (same-day response for P1/P2 issues, next-business-day for P3/P4).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Hypercare: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adjustments within agreed scope. Bug resolution for issues discovered post-go-live. No new feature development during hypercare. Change requests outside scope are logged for follow-on.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go/no-go decision before go-live: all agreed sprint deliverables complete, UAT signed off, known issues documented and risk-accepted, admin credentials transferred.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2-week hypercare sufficient — or is extended hypercare required (additional cost)?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P1/P2 response SLA during hypercare (same-day, 4-hour)?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single point of contact on the customer side for hypercare escalations?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issues that arise during hypercare that are out-of-scope?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hypercare beyond 2 weeks is a scope addition — agreed and priced before go-live, not after an issue arises. Define the escalation path and out-of-scope issue process before go-live day.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operations handoff include — and when is it complete?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Admin Runbook Deliverables: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 transfer, user import job health check procedure, scheduled job review checklist, MID Server maintenance procedure, integration health review process, and monthly CMDB health review guide.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Admin Readiness: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admin must be able to independently: add users/groups, create catalog items, modify notification content, manage basic Discovery schedules, and run import jobs.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handoff sign-off: customer admin demonstrates capability on each runbook item. ECS certifies handoff complete.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is the named ServiceNow Admin who will receive the operational handoff?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a formal competency demonstration be required before handoff is certified?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areas (e.g., CMDB maintenance, PA indicator management) requiring a named specialist beyond the general admin?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plan if the named admin leaves the organization within 6 months of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off without a formal competency demonstration creates a false sense of admin readiness. The customer admin should demonstrate each runbook item during the final hypercare week — not just receive documentation.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admin training plan — and what is the certification target?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Training Resources: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Now Learning platform: free self-paced courses for System Administrator, ITSM, CMDB, HAM. Paid instructor-led training available. ECS supplements with process-specific workshops.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Target: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ServiceNow Certified System Administrator (CSA) for the primary admin. ITSM Process Specialist optional for process owners. Training takes 4–6 weeks part-time.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Admin Workshops: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delivers admin-specific walk-through sessions during Sprint 6: Import Job management, Scheduled task maintenance, Discovery schedule management, PA indicator activation.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will pursue ServiceNow CSA certification — and by when?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ECS deliver admin workshop sessions during Sprint 6 — and who attends?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training budget and timeline for follow-on certification (ITSM specialist, CMDB, HAM)?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institutional knowledge be preserved if the admin changes roles?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training and certification scheduled post-go-live (instead of during Sprint 6) creates a competency gap during hypercare. Deliver ECS admin workshops in Sprint 6 weeks 2–3 — before go-live day.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Change Advisory Board process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CAB Process: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Workbench provides real-time change calendar, risk and impact view, and vote/approve capability. CAB members review and vote on changes before the change window. OOTB — no custom workflow.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(requires CAB), Standard (pre-approved template — no CAB), Emergency (expedited, post-implementation review). OOTB change type set covers all standard change governance models.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CAB meeting reviews changes scheduled for the following week. OOTB CAB Workbench filters changes to the upcoming review window automatically.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CAB meeting cadence at go-live (weekly, bi-weekly)?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named CAB members — and what is the quorum requirement for approval?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change types will require CAB review — and which qualify as Standard (pre-approved)?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the Emergency Change process be documented and tested before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custom CAB workflow with multi-tier approval chains and conditional routing requires Customization Council review. OOTB CAB Workbench with standard change types covers all standard change governance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data retention and archive policy for records post-go-live?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Data Management: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OOTB data archiving: Incident records move to archive after 2 years (configurable). Archive records are still queryable but excluded from live reports.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Policy: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defines retention period per record type (incidents, changes, assets, CIs). ECS configures archive rules in the OOTB Data Management module —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Cleanup: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CMDB cleanup job removes stale CIs (not discovered within threshold). Configurable threshold per CI class. Recommended: run after 90 days of stable Discovery.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data retention period per record type (incident, change, problem, asset)?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regulatory or audit requirements that mandate specific retention periods?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the OOTB archive job be activated — or is long-term retention handled by an external system?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approves changes to data retention rules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archiving scripts are not needed. OOTB Data Management module handles archiving and retention based on configurable rules. Define retention periods with legal/compliance before go-live — do not default.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continuous improvement process — how will the platform evolve post-go-live?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Improvement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OOTB: improvement opportunity records linked to process scorecards (PA). Users can flag improvement opportunities from PA dashboards — creates a governed improvement backlog.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quarterly improvement review. Review: PA trends, hypercare issues closed, user feedback (VA ratings, KB feedback), CMDB health trends.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Engagement: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deferred to the Governance Triage Log during the 18-week engagement are the natural input to the follow-on engagement scope: full CSDM, advanced AI features, additional process areas.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post-go-live improvement backlog — process owner, ServiceNow admin, or governance board?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governance cadence for improvement review (monthly, quarterly)?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the Governance Triage Log items from this engagement be formally reviewed in a post-go-live planning session?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criteria for escalating an improvement item to a formal change request or follow-on 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improvement requests without a governance process create scope creep that degrades platform stability. The Governance Triage Log from this engagement provides a structured starting backlog — formalize the review process before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Stabilization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reports, compliance reports, governance, naming convention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email, external recipients, PA vs email digest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Duration, support SLA, customer POC, out-of-scope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Handoff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admin, competency gate, specialist roles, succession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 certification target, ECS workshops, knowledge preservation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cadence, CAB membership, change types, Emergency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per record type, archive activation, compliance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owner, review cadence, triage log handover, follow-on 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Reporting &amp; Stabilization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REPORTING &amp; STABILIZATION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go-live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2026-05-12T05:27:12Z</dcterms:created>
  <dcterms:modified xsi:type="dcterms:W3CDTF">2026-05-12T05:27:12Z</dcterms:modified>
</cp:coreProperties>
</file>