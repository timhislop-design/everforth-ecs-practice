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554480"/>
            <a:ext cx="64008" cy="2194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4173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Modernizing the Core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&amp; Stabilization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Engagement with Operational Confidence and a Continuous Improvement Foundation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263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A7F"/>
                </a:solidFill>
              </a:rPr>
              <a:t>Prepared by Everforth ECS Federal  ·  ServiceNow Practice  ·  Confidential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AGENDA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We'll Cover Today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87552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OOTB-First Frame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87552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engagement commits to OOTB — and what it means in the room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6208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766560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(and Isn't)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66560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vs. customization — with examples relevant to Reporting &amp; Stabilization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87552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Go-Live and Stabilization Overview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87552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strategy, hypercare model, operational handoff, and the governance of post-go-live operations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36208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766560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Decisions #1–#8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766560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 #1–#8  ·  Report catalog, distribution, hypercare model, ops handoff, admin training, CAB, data retention, CI process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87552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87552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recorded before we leave this room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36208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766560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Comes Next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766560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Pack workbook, configuration sprint, live ServiceNow demo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" y="4663440"/>
            <a:ext cx="112471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4360" y="4709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rule: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get made in this room. The OOTB recommendation is pre-populated. Your team's job is to confirm, adjust, or document the exception.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APPROACH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OOTB-first is not a constraint — it is the AI strategy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OOTB-First Means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420624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starts with the OOTB Reporting &amp; Stabilization capability — not the legacy system pattern.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(activating features, setting values, building taxonomies, writing rules) is always available — it is how OOTB is tailored to your organization.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Customization (code changes, new database fields, custom scripts) requires a documented business case and Customization Council sign-off.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18-week engagement is scoped and priced for OOTB execution. Customization expands scope.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It Protects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420624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— Predictive Intelligence, Now Assist, Virtual Agent — require clean OOTB-aligned data and process structures. Custom fields and non-standard models reduce AI accuracy or block activation entirely.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upgrade paths. Customizations break on upgrades. OOTB patterns survive upgrades automatically with no remediation cost.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debt elimination. The Governance Triage Log captures every exception — it is managed and addressed iteratively. Nothing is lost; everything is governed.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LINE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— and what it isn't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CONFIGURATION  —  This is always available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3931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Activating and configuring OOTB features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Setting up categories and taxonomies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Building assignment rules and routing logic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Defining SLA targets and schedules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Configuring notifications and email templates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Enabling AI features (PI, Now Assist, Virtual Agent)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Building reports and PA indicators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Setting system properties and thresholds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CUSTOMIZATION  —  Requires business case &amp; Council sign-off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3931920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Adding new fields to OOTB tables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Writing custom business rules or script actions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Creating non-standard CI classes or table extensions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Modifying OOTB workflow stages in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Building custom client scripts or UI policies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Creating custom REST endpoints outside the catalog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5440680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4864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obligation: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pattern requiring customization is captured in the Governance Triage Log with a named owner and disposition date — addressed in the current sprint via the Customization Council or deferred to a governed follow-on engagement.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PROCESS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ServiceNow Go-Live and Stabilization — End-to-End Model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UAT Complete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8360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Go-Live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035552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Hypercare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52744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Stabilization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69936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Handoff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787128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Key Capabilities &amp; OOTB Features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864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Goes Live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 go-live includes: all in-scope ITSM processes (Incident, Change, Problem), CMDB, Knowledge, Virtual Agent, Employee Center, HAM, Integrations, and Performance Analytics dashboards.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20624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29768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Hypercare Model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29768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provides 2-week hypercare post-go-live: priority support for go-live issues, configuration adjustments within agreed scope, and daily health reviews.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95528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04672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 Handoff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804672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handoff includes: admin runbook delivery, admin training completion, documented escalation paths, and customer admin can independently manage day-to-day operations.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#1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standard report catalog — which OOTB reports will be published at go-live?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Report Library: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ships OOTB reports for all process areas: Incident aging, open incident by group, SLA attainment, change calendar, change success rate, CMDB health, asset by lifecycle state.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vs Dashboard: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recommendation: PA dashboards for operational KPIs (real-time, role-targeted). Classic Reports for scheduled email distribution to non-ServiceNow users or compliance exports.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Governance: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reports visible to all users with the report's sharing role. OOTB report categories organize reports by process area — no custom navigation needed.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OOTB reports will be published to the standard report catalog at 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Are there reports needed for compliance or audit that cannot be replaced by PA dashboards?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owns the report catalog — and what is the process for adding or retiring reports?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Will a report naming convention be enforced (e.g., '[Process] — [Metric] — [Audience]')?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report builds that duplicate PA indicators waste build time and create data governance confusion. Audit the OOTB report library before building anything custom — 90%+ of reporting needs are already covered.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#2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reports be distributed — scheduled email, on-demand, or dashboard?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Distribution Options: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email: report runs automatically and sends to a distribution list on a schedule (daily, weekly, monthly) — OOTB, no scripting. On-demand: users navigate to report directly. Dashboard: embedded in role-based homepage.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Distribution: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can be emailed to users who do not have ServiceNow access. OOTB report subscription feature — no custom email scripts needed.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stakeholders: PA dashboard (self-service, real-time). Executives: weekly email digest of key scorecards. External/compliance: scheduled Classic Report email.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reports will use scheduled email distribution — and at what frequency?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Who are the external recipients (non-ServiceNow users) who receive report emails?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PA scorecards replace weekly email report digests for internal stakeholders?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manages report subscription lists as personnel changes occur post-go-live?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email report scripts are not needed. OOTB report subscriptions handle all standard distribution patterns. Complex conditional distribution (different reports to different recipients based on data) requires Customization Council review.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#3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hypercare model — duration, support SLA, and escalation?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Standard Hypercare: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 post-go-live. Daily health review call (30 minutes). ECS on-standby for priority support (same-day response for P1/P2 issues, next-business-day for P3/P4).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Hypercare: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adjustments within agreed scope. Bug resolution for issues discovered post-go-live. No new feature development during hypercare. Change requests outside scope are logged for follow-on.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Gate: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go/no-go decision before go-live: all agreed sprint deliverables complete, UAT signed off, known issues documented and risk-accepted, admin credentials transferred.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Is 2-week hypercare sufficient — or is extended hypercare required (additional cost)?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P1/P2 response SLA during hypercare (same-day, 4-hour)?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is the single point of contact on the customer side for hypercare escalations?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process for issues that arise during hypercare that are out-of-scope?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hypercare beyond 2 weeks is a scope addition — agreed and priced before go-live, not after an issue arises. Define the escalation path and out-of-scope issue process before go-live day.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operations handoff include — and when is it complete?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Admin Runbook Deliverables: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credential transfer, user import job health check procedure, scheduled job review checklist, MID Server maintenance procedure, integration health review process, and monthly CMDB health review guide.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Admin Readiness: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admin must be able to independently: add users/groups, create catalog items, modify notification content, manage basic Discovery schedules, and run import jobs.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Gate: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handoff sign-off: customer admin demonstrates capability on each runbook item. ECS certifies handoff complete.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Who is the named ServiceNow Admin who will receive the operational handoff?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a formal competency demonstration be required before handoff is certified?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Are there areas (e.g., CMDB maintenance, PA indicator management) requiring a named specialist beyond the general admin?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plan if the named admin leaves the organization within 6 months of go-live?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Handing off without a formal competency demonstration creates a false sense of admin readiness. The customer admin should demonstrate each runbook item during the final hypercare week — not just receive documentation.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#5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admin training plan — and what is the certification target?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Training Resources: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Now Learning platform: free self-paced courses for System Administrator, ITSM, CMDB, HAM. Paid instructor-led training available. ECS supplements with process-specific workshops.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Target: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ServiceNow Certified System Administrator (CSA) for the primary admin. ITSM Process Specialist optional for process owners. Training takes 4–6 weeks part-time.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Admin Workshops: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delivers admin-specific walk-through sessions during Sprint 6: Import Job management, Scheduled task maintenance, Discovery schedule management, PA indicator activation.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Who will pursue ServiceNow CSA certification — and by when?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ECS deliver admin workshop sessions during Sprint 6 — and who attends?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is the training budget and timeline for follow-on certification (ITSM specialist, CMDB, HAM)?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How will institutional knowledge be preserved if the admin changes roles?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training and certification scheduled post-go-live (instead of during Sprint 6) creates a competency gap during hypercare. Deliver ECS admin workshops in Sprint 6 weeks 2–3 — before go-live day.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#6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Change Advisory Board process at go-live?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CAB Process: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 Workbench provides real-time change calendar, risk and impact view, and vote/approve capability. CAB members review and vote on changes before the change window. OOTB — no custom workflow.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Types: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(requires CAB), Standard (pre-approved template — no CAB), Emergency (expedited, post-implementation review). OOTB change type set covers all standard change governance models.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 Cadence: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CAB meeting reviews changes scheduled for the following week. OOTB CAB Workbench filters changes to the upcoming review window automatically.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is the CAB meeting cadence at go-live (weekly, bi-weekly)?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Who are the named CAB members — and what is the quorum requirement for approval?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Which change types will require CAB review — and which qualify as Standard (pre-approved)?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Will the Emergency Change process be documented and tested before go-live?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custom CAB workflow with multi-tier approval chains and conditional routing requires Customization Council review. OOTB CAB Workbench with standard change types covers all standard change governance requirements.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#7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data retention and archive policy for records post-go-live?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Data Management: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OOTB data archiving: Incident records move to archive after 2 years (configurable). Archive records are still queryable but excluded from live reports.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Retention Policy: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defines retention period per record type (incidents, changes, assets, CIs). ECS configures archive rules in the OOTB Data Management module — no scripting.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 Cleanup: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CMDB cleanup job removes stale CIs (not discovered within threshold). Configurable threshold per CI class. Recommended: run after 90 days of stable Discovery.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is the data retention period per record type (incident, change, problem, asset)?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Are there regulatory or audit requirements that mandate specific retention periods?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the OOTB archive job be activated — or is long-term retention handled by an external system?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approves changes to data retention rules post-go-live?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data archiving scripts are not needed. OOTB Data Management module handles archiving and retention based on configurable rules. Define retention periods with legal/compliance before go-live — do not default.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#8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continuous improvement process — how will the platform evolve post-go-live?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Improvement Model: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OOTB: improvement opportunity records linked to process scorecards (PA). Users can flag improvement opportunities from PA dashboards — creates a governed improvement backlog.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Cadence: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quarterly improvement review. Review: PA trends, hypercare issues closed, user feedback (VA ratings, KB feedback), CMDB health trends.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Follow-On Engagement: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deferred to the Governance Triage Log during the 18-week engagement are the natural input to the follow-on engagement scope: full CSDM, advanced AI features, additional process areas.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Who owns the post-go-live improvement backlog — process owner, ServiceNow admin, or governance board?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governance cadence for improvement review (monthly, quarterly)?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the Governance Triage Log items from this engagement be formally reviewed in a post-go-live planning session?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criteria for escalating an improvement item to a formal change request or follow-on engagement?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improvement requests without a governance process create scope creep that degrades platform stability. The Governance Triage Log from this engagement provides a structured starting backlog — formalize the review process before go-live.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2011680"/>
            <a:ext cx="64008" cy="1645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920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on the next page is an action.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left blank leave this room with a named owner and a date. Before we close: no decision is unresolved — it is either made, or owned.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DECISION LOG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&amp; Stabilization — Decisions Made in This Workshop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114300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03120"/>
                <a:gridCol w="3657600"/>
                <a:gridCol w="30175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/ Due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Catalog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Published reports, compliance reports, governance, naming convention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Distribution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 email, external recipients, PA vs email digest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Hypercare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Duration, support SLA, customer POC, out-of-scope process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 Handoff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admin, competency gate, specialist roles, succession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Training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CSA certification target, ECS workshops, knowledge preservation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 Process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 cadence, CAB membership, change types, Emergency process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Retention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 per record type, archive activation, compliance requirements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Improvement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Backlog owner, review cadence, triage log handover, follow-on criteria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NEXT STEPS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 after this workshop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148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3327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 Pack — Workbook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after this workshop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captured today are entered into the Reporting &amp; Stabilization Accelerator Pack workbook. ECS pre-populates the ServiceNow Mapping tab with OOTB field-level configuration specs.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5196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4340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87375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Configuration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38912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 — Configuration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38912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configures the process in ServiceNow against the completed Accelerator Pack workbook. Customer SMEs validate configuration against agreed decisions.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9244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9244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8388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71423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OOTB Walkthrough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22960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sprint demo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22960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walks the customer through the configured OOTB process in a live ServiceNow instance. Every decision from today is visible in the system.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5650992"/>
            <a:ext cx="1124712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569671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does not replace the Accelerator Pack workbook. The workbook is the living record — decisions formally captured, configuration data collected, and customer sign-off obtained before sprint build begins.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REPORTING &amp; STABILIZATION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64008" cy="1920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1645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685800" y="2697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close the decision log.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33756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before we adjourn: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8 decisions made — or does each open item have a named owner and a date?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anything we captured incorrectly that needs to be corrected before the workbook is updated?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decision that needs escalation or leadership approval before go-live configuration begins?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19963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5A7F"/>
                </a:solidFill>
              </a:rPr>
              <a:t>Contact your ECS Account Executive  ·  servicenow@ecstech.com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2026-05-12T05:27:12Z</dcterms:created>
  <dcterms:modified xsi:type="dcterms:W3CDTF">2026-05-12T05:27:12Z</dcterms:modified>
</cp:coreProperties>
</file>