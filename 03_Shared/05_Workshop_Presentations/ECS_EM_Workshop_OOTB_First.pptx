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858000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Modernizing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04288"/>
            <a:ext cx="77724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B8A6"/>
                </a:solidFill>
                <a:latin typeface="Calibri"/>
              </a:rPr>
              <a:t>Event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907792"/>
            <a:ext cx="6858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Ensuring AI Realization and Optimizing Long-Term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07408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Prepared by Everforth ECS Federal  ·  ServiceNow Practice  ·  Confidential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A G E N 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The OOTB-First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Why this engagement commits to OOTB -- and what it means in the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Event Management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How EM consolidates alerts, maps to CMDB, and drives incident creation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EM Process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Alert ingestion, deduplication, CI binding, alert grouping, incident promotion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Key Decisions #1-#7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Alert sources, CI binding, deduplication rules, grouping, incident thresholds, operator workspace, AIOps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Decision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decision is recorded before we leave this room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Comes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Connector activation, alert source onboarding, CI binding rules, operator workspace config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9583"/>
            <a:ext cx="8503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11879"/>
            <a:ext cx="8229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Ground rule: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Decisions get made in this room. The OOTB recommendation is pre-populated. Your job is to confirm, adjust with rationale, or defer with a named owner and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A P P R O A C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OOTB-first is not a constraint — it is the AI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OOTB-First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Event Management OOTB covers: multi-source alert ingestion, alert deduplication, CI binding, alert grouping, automated incident creation, and the operator workspace (command center).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AIOps (licensed add-on) extends with ML-based alert noise reduction, root cause analysis, and seasonal alert baselines.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Zero scripting required for alert source onboarding -- OOTB connectors or REST/SOAP ingest via the event API.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182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We Configure (Not Code)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182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26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Alert source connectors: SNMP, email, REST ingest, or dedicated EM connectors (SolarWinds, Nagios, Splunk, etc.).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CI binding rules: how raw alert data maps to CMDB CI records.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Deduplication and grouping rules: which alerts collapse into a single event group.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Alert rules: thresholds that trigger automated incident creation.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The Delivery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Sprint 5 onboards primary alert sources and configures CI binding.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Sprint 6 tunes deduplication, grouping, incident promotion thresholds, and operator workspace.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All configuration through the EM workspace -- zero scripting.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L I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a customization is — and what it isn’t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160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CONFIGURATION  —  This is always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Alert source connectors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CI binding rules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deduplication rules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grouping rules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alert rules (incident thresholds)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operator workspace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AIOps activation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24128"/>
            <a:ext cx="4160520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CUSTOMIZATION  —  Requires Approval + Business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lang="en-US" dirty="0" sz="85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Custom alert ingest scripts replacing OOTB REST event API</a:t>
            </a:r>
          </a:p>
          <a:p>
            <a:r>
              <a:rPr lang="en-US" dirty="0" sz="85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custom CI binding logic outside OOTB binding rule framework</a:t>
            </a:r>
          </a:p>
          <a:p>
            <a:r>
              <a:rPr lang="en-US" dirty="0" sz="85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custom deduplication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45152"/>
            <a:ext cx="850392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82296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0B1F3A"/>
                </a:solidFill>
                <a:latin typeface="Calibri"/>
              </a:rPr>
              <a:t>The customization bar:  </a:t>
            </a:r>
            <a:r>
              <a:rPr sz="800" b="0" i="0">
                <a:solidFill>
                  <a:srgbClr val="1E293B"/>
                </a:solidFill>
                <a:latin typeface="Calibri"/>
              </a:rPr>
              <a:t>The OOTB event API accepts any alert payload. Custom ingest scripts create fragile point-to-point integrations that break when source systems update. OOTB binding rules handle the majority of CI resolution use cases without scripting.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P R O C E S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Event Lifecycle: Alert to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34416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97280"/>
            <a:ext cx="125272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ALERT INGESTED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078992"/>
            <a:ext cx="134416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097280"/>
            <a:ext cx="125272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CI BINDING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078992"/>
            <a:ext cx="134416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97280"/>
            <a:ext cx="125272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DEDUPLICATION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78992"/>
            <a:ext cx="134416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097280"/>
            <a:ext cx="125272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ALERT GROUPING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078992"/>
            <a:ext cx="134416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097280"/>
            <a:ext cx="125272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INCIDENT PROMOTION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78992"/>
            <a:ext cx="134416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097280"/>
            <a:ext cx="125272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4447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664208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1719072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Alert Ingested: Alert received from monitoring source via OOTB connector or REST event API. Raw event stored in em_event table. Source, node, resource, and severity captured.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002536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85416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240280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CI Binding: EM binding rules attempt to resolve the alert to a CMDB CI. Binding uses node (hostname/IP), resource, and source to match CI class. Bound CI enables impact analysis.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523744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06624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761488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Deduplication: Duplicate alerts from the same source for the same CI collapsed into a single alert group. Deduplication reduces noise and prevents redundant incidents.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044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227832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282696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Alert Grouping: Related alerts across CIs grouped into an event group (e.g., multiple network alerts pointing to a single upstream failure). Group represents a probable root cause.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566160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749039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803903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Incident Promotion: Alert rule threshold met (severity, count, duration). Incident automatically created and linked to CI and event group. Assignment based on CI service owner or alert rule config.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08736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270248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4325112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Resolution: Incident resolved. Event group closed. Alert cleared when monitoring source sends clear signal.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608576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837176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AI Features Active at Go-Live: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AIOps uses ML to baseline alert patterns and suppress known-good noise. Now Assist can summarize active event groups for the operator during a major incident. Predictive Intelligence can flag CIs with anomalous alert frequency.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Which alert sources will be onboarded in this engagement?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Alert Ingestion Options: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Dedicated EM connectors (ServiceNow Store): SolarWinds, Nagios, Zabbix, PRTG, Splunk, Dynatrace, AppDynamics, Datadog, AWS CloudWatch, Azure Monitor. Generic: REST event API (any source that can POST JSON), SNMP trap receiver, email ingest.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monitoring tools are active in your environment (SolarWinds, Nagios, Splunk, other)?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there a primary monitoring tool that covers 80%+ of your alert volume?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cloud-native monitoring alerts (CloudWatch, Azure Monitor) in scope?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owns each monitoring tool and can make configuration changes?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Onboard the highest-volume alert source first. Trying to onboard all sources simultaneously in Sprint 5 is the most common EM failure mode. One source, validate CI binding, then add more.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alerts bind to CMDB CI records?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CI Binding Rules: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Binding uses node field (hostname or IP) to match cmdb_ci_computer or cmdb_ci_network_device. Resource field for disk/interface/process-level alerts. Binding rule priority: exact match &gt; regex &gt; IP range. Unbound alerts visible in operator workspace for manual binding.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Are hostnames in the monitoring tool consistent with hostnames in CMDB?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Are IP addresses stable (static) or dynamic (DHCP) for monitored endpoints?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there alert sources that use non-standard node identifiers (custom tags, cloud instance IDs)?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percentage of current alerts have a corresponding CMDB CI?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CI binding is the make-or-break step for EM value. Alerts that do not bind to CIs cannot drive impact analysis or intelligent assignment. CMDB completeness directly determines EM effectiveness.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are the deduplication and grouping rules?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Deduplication: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Deduplication key: source + node + resource + metric_name. Duplicate alerts from the same source for the same CI within the dedup window are collapsed. Window is configurable (default 30 minutes). Grouping rules: topology-based (upstream/downstream CI relationship) or rule-based (alerts sharing a tag or resource type).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is the expected alert volume per hour from primary sources?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Are there known noisy alerts that should be suppressed or have a higher dedup window?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Is topology-based grouping feasible given current CMDB relationship data?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defines and owns alert grouping rules?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Starting with OOTB dedup and grouping rules is the right call. Tuning comes after go-live when real alert patterns are visible. Over-configuring grouping before go-live produces rules no one understands.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Which alerts should auto-create incidents -- and at what threshold?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Alert Rules: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Alert rules define: condition (severity &gt;= Critical, count &gt;= N in window T), action (create incident, assign to group, set priority). OOTB alert rules map severity to incident priority (1:1 or weighted). Rules are configured in the EM workspace -- no scripting.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Should all Critical alerts auto-create incidents, or only specific CI classes?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is the alert count threshold before an incident is created (1 alert, N alerts in 10 minutes)?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Should incident assignment follow the CI service owner (OOTB) or a fixed assignment group?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Are there alert categories that should never auto-create incidents (informational, known maintenance)?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Auto-incident creation without tuned thresholds floods the incident queue with noise on day one. Start conservative: only Critical severity, only for in-scope CI classes. Tune thresholds in Sprint 6 after observing real patterns.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will the operator workspace (command center) look like?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Operator Workspace: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Operator Workspace is the EM command center: active event groups, alert count by severity, CI impact map, bound incident list. Configurable dashboards per operator role. No scripting -- workspace is configured via drag-and-drop layout editor. Topology map requires CMDB relationship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Who are the operators (NOC team, service desk, on-call engineers)?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Should there be separate workspace views per team (network, server, cloud)?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Is the topology map useful given current CMDB relationship completeness?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Does the operator workspace need to surface SLA data from Incident Management?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The operator workspace is the daily face of EM. Spend one hour with the NOC/on-call team to agree on layout before Sprint 6 configuration. It takes 30 minutes to configure and is 100% configurable without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Will AIOps be activated -- and what does it require?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AIOps Capabilities: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AIOps (licensed) adds: ML-based alert noise reduction (suppresses alerts that match historical non-incident patterns), anomaly detection, probable root cause analysis, and seasonal baselining. Requires 30-60 days of alert data to train models. Not useful on day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AIOps included in your current ServiceNow contract?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alert noise reduction a stated requirement for this engagement?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Is there sufficient alert history (30+ days) to begin ML model training at 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If not in scope now, is AIOps on the roadmap for Year 2?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AIOps requires alert history to generate value. Activating it on day one of EM go-live produces no benefit. Plan for AIOps activation 60 days post-go-live once alert patterns are established.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does EM integrate with Major Incident Management?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EM-MIM Integration: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EM can auto-promote high-impact event groups to Major Incidents. Major Incident trigger: event group bound to a Priority 1 CI with N+ bound incidents. MIM workspace pulls event group data directly. No scripting -- EM-MIM linkage is OOTB.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Major Incident Management in scope for this engagement?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Should EM auto-promote to MIM or require manual promotion by the operator?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definition of a major incident in terms of EM event criteria (CI priority, incident count, service impact)?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Who is the MIM coordinator that the EM operator workspace should notify?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EM-MIM integration is one of the highest-value OOTB integrations in ServiceNow. Define the promotion criteria in this room so MIM and EM configuration can be aligned in Sprint 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572768"/>
            <a:ext cx="64008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572768"/>
            <a:ext cx="685800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Decision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7744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Every decision on the next page is an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06624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Decisions left blank leave this room with a named owner and a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20040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Before we close: no decision is unresolved — it is either made, or owned.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D E C I S I O N  L O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Event Management — Decisions Made in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29260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7899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042415"/>
            <a:ext cx="17373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6459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042415"/>
            <a:ext cx="393192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7" y="1078992"/>
            <a:ext cx="3840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7" y="1042415"/>
            <a:ext cx="15087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7" y="1078992"/>
            <a:ext cx="14173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Made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042415"/>
            <a:ext cx="10058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078992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Owner / Due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1673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" y="131673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0008" y="131673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7" y="131673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31673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" y="14081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3898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Alert sources in scope and owners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7" y="13898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682495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" y="1682495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50008" y="1682495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7" y="1682495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1682495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5" y="17739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7556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CI binding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7" y="17556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7" y="204825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204825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7" y="204825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90688" y="204825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5" y="21396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1214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Deduplication and grouping approach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7" y="21214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1401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" y="241401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50008" y="241401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1927" y="241401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0688" y="241401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5" y="250545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248716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Auto-incident thresholds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7" y="248716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77977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7" y="277977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277977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81927" y="277977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0688" y="27797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5" y="287121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85292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Operator workspace requirements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95727" y="285292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14553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7" y="314553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50008" y="314553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81927" y="314553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90688" y="314553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5" y="32369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2186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AIOps activation decision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95727" y="32186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51129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7" y="351129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350008" y="351129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81927" y="351129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0688" y="351129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6615" y="36027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35844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EM-MIM promotion criteria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95727" y="35844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N E X T  S T E P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Happens After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Alert Source 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Identify the admin for each in-scope monitoring tool. They will need to configure outbound alert delivery to ServiceNow. Target: contacts confirmed before Sprint 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CMDB Readiness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Run a spot check: what % of monitored CIs have a matching CMDB record by hostname/IP? If below 70%, CMDB population must precede EM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Alert Volume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Pull 7-day alert volume from primary monitoring tool. Used to size dedup windows and set incident thresholds. Share with EM configuration team.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Operator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Schedule 1-hour session with NOC/on-call team before Sprint 6 to design operator workspace layout.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8620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88620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88620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92277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AIOps Licensing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21538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Confirm AIOps license entitlement. Note: plan for 60-day post-go-live activation, not Sprint 5/6.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400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Everforth ECS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176272"/>
            <a:ext cx="640080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ServiceNow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pic>
        <p:nvPicPr>
          <p:cNvPr id="6" name="Picture 5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EVENT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