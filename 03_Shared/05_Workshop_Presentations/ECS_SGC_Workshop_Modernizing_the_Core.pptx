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Graph Connectors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CMDB Coverage with Authoritative Data Sources for Complete Service Visibility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Service Graph Connectors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Service Graph Connector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Connector-to-CMDB data flow, source-of-record model, IRE reconciliation, and CMDB coverage expansion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Connector selection, source of record, sync frequency, attribute mapping, conflict resolution, normalization, dedup, health monitoring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Service Graph Connectors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Connector activation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Credential config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IRE reconciliation rules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CI class scope per connector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CMDB health dashboard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Scheduled import frequency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connector scripts replacing SGC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IRE rules beyond OOTB rulesets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CMDB tables for CI classes covered by OOTB CI class hierarchy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Service Graph Connectors — Data Flow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System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 Config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Sync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IRE Reconciliation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CMDB Update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Monitor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Connector Library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ships connectors for: Microsoft Intune, SCCM/MEM, AWS, Azure, GCP, Qualys, CrowdStrike, ServiceNow Discovery, and 30+ others. All available without custom development.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IRE Reconciliation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Graph Connectors route data through the same IRE (Identification &amp; Reconciliation Engine) as Discovery. Dedup rules, source priority, and attribute-level conflict resolution apply automatically.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Library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ServiceNow Content Library normalizes software and hardware model names from external sources to canonical forms — preventing model name sprawl in CMDB.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Service Graph Connectors will be activated in Sprint 5?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Connectors for Sprint 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Intune (endpoint device management), SCCM/MEM (on-prem device management), AWS (cloud infrastructure), Azure (cloud infrastructure). All OOTB — no custom connector development.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Activation: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connector is activated via the ServiceNow Store app installation. Configuration through the OOTB Connector wizard — no scripting. Credentials stored in Credential Vault.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 Logic: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connectors in priority order by CI coverage gap. Intune typically covers workstations and laptops that Discovery misses. AWS/Azure connectors fill cloud CI gaps.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connectors are in scope for Sprint 5 (Intune, SCCM, AWS, Azure, other)?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additional connectors needed beyond the priority list (Qualys, CrowdStrike, VMware)?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is the named connector owner per connector (customer-side admin)?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process for adding new connectors post-engagement?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all available connectors without a source-of-record strategy creates conflicting CI data and IRE overload. Activate only the connectors needed to fill identified CMDB coverage gaps from Sprint 4 Discovery.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source of record per CI class when connectors and Discovery overlap?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Source Priority: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allows attribute-level source priority: 'Discovery is authoritative for OS version; Intune is authoritative for device enrollment status.' No scripting — configured via IRE Reconciliation rules.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Servers: Discovery &gt; Intune. Workstations/laptops: Intune &gt; Discovery (Discovery may not reach remote endpoints). Cloud VMs: Azure/AWS connector &gt; Discovery (cloud APIs more reliable).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Logging: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logs all source conflicts in the CMDB Conflict table — OOTB visibility without scripting. CMDB admin reviews and resolves exceptional conflicts.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For each CI class with multiple sources, which source is authoritative?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attribute-level priority rules be configured (e.g., Intune owns 'managed by MDM'; Discovery owns 'IP address')?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reviews the IRE conflict log — and how frequently?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for unresolved IRE conflicts?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defined source priority, the last-write-wins pattern creates inconsistent CI data that degrades CMDB health scores. Define source priority per CI class before activating multiple connectors.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sync frequency will each connector run at?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Sync Schedule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(webhook/event-driven — requires connector support), Scheduled (daily, every 4 hours, weekly), On-demand (manual trigger). Each connector has its own schedule.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Intune/SCCM: daily (device enrollment changes daily). AWS/Azure: every 4 hours (cloud infrastructure changes frequently). Qualys: daily (vulnerability scan results).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Consideration: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syncs on large datasets (100K+ CIs) consume IRE processing capacity. Monitor IRE queue depth after enabling connectors.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sync frequency is acceptable per connector (daily, every 4 hours, real-time)?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compliance or audit requirements that mandate near-real-time CI data freshness?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monitors connector sync health (job failures, sync latency)?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SLA for detecting and resolving a connector sync failure?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for all connectors is rarely needed and creates IRE processing load. Daily sync is sufficient for most CMDB use cases. Real-time is justified only for security-related connectors (vulnerability, endpoint detection).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CI attributes be mapped from source system fields to ServiceNow CI fields?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Attribute 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OOTB connector ships with a pre-configured attribute map. Intune maps device name → hostname, serial number → serial_number, OS → os_version, etc. No scripting needed for standard attributes.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Attribute 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source attributes can be mapped to ServiceNow CI fields via the Connector Attribute Map form — configuration, not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OOTB-Only Rule: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CI fields (columns) required to hold connector data that has no OOTB equivalent require Customization Council review. Evaluate OOTB field fit before requesting new columns.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 OOTB attribute maps for each connector sufficient — or are additional attributes needed?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source attributes that need to map to custom CI fields (not available in OOTB)?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reviews and approves changes to attribute maps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connector attribute data be visible in the CMDB 360 view at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database columns to accommodate connector attributes requires Customization Council sign-off. Review the OOTB CI class field list carefully — most connector data has a natural OOTB field destination.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Content Library normalize connector data to prevent CI sprawl?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 Role: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 normalizes software publisher names, product names, and hardware model names from external sources. Example: 'Microsoft Corp.', 'Microsoft Corporation', 'MSFT' → 'Microsoft'.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Normalization: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 runs automatically when connectors submit new software or hardware records. No configuration needed — normalization is active on install.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Quality: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 is maintained by ServiceNow and updated quarterly. Custom model names (in-house software, OEM hardware) require manual normalization entries — this is configuration.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there known custom software or hardware models that will not normalize automatically?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manages Content Library custom normalization entries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software normalization be used to detect unapproved software in CMDB (security use case)?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Software Asset Management (SAM) in scope — and does Content Library normalization need to feed SAM as well?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normalization scripts are not needed. Content Library handles standard software and hardware models. For truly custom in-house software, add normalization entries via the Content Library UI — no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deduplication strategy will prevent CI proliferation across connectors?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IRE Dedup Logic: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matches incoming CI data to existing records using identifier fields (serial number, MAC address, hostname + domain). If a match is found, IRE updates the existing CI — does not create a duplicate.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Cross-Connector Dedup: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applies the same dedup logic regardless of source. A CI discovered by Discovery and also reported by Intune will be reconciled into a single CI record.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Rule Validation: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dedup rules cover 95%+ of standard hardware. Edge cases (CIs without serial numbers, VMs with duplicate hostnames) require custom identifier configuration.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 OOTB IRE identifier rules sufficient — or are custom identifiers needed for specific CI classes?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will CI records from legacy imports be matched against connector-discovered CIs?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reviews the CMDB health 'Duplicate CI' report after each connector activation?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process for manually merging duplicate CI records identified post-go-live?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dedup scripts are not needed. IRE handles cross-source deduplication automatically using identifier priority. If duplicate CIs are found after activation, review the IRE identifier configuration before writing scripts.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connector health be monitored — and what triggers escalation?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Connector Health Monitoring: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connector has an OOTB health status page: last sync time, records processed, errors. Connector health is visible in the Integration Hub Monitoring dashboard — no custom reporting.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workflow: if a connector sync fails 3 consecutive times, a ServiceNow event is triggered. OOTB event-to-alert rule creates an incident (or notification) assigned to the CMDB admin group.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Detection: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Correctness metric detects CIs that haven't been updated within the freshness threshold — surfacing connector outages that don't generate errors (silent failures).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receives connector sync failure alerts (CMDB admin, platform admin, both)?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maximum acceptable connector sync outage before escalation (4 hours, 24 hours)?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connector health be monitored via CMDB Health dashboard or a custom dashboard?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24/7 on-call rotation responsible for connector health alerts?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 health monitoring dashboards duplicate OOTB Integration Hub monitoring. Use OOTB dashboards for Sprint 5 go-live. Build custom views only if a specific health KPI is not covered after 30 days of production operation.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expanded CMDB (post-connectors) be validated before Sprint 5 close?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Approach: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CMDB validation: compare CI count from each connector source against expected inventory from source system. Example: Intune-managed device count vs CMDB endpoint CI count — should match within 5%.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Health Gate: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Health targets for Sprint 5: 90%+ completeness on all in-scope CI classes, 0 open critical IRE conflicts, all connector sync jobs showing green.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Sign-Off: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validation report (exported from CMDB Health dashboard) signed off by customer CMDB Owner and ECS before Sprint 6 begins.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performs the Sprint 5 CMDB validation (ECS + customer CMDB owner joint review)?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acceptable variance between connector-reported CI count and source system CI count?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 formal CMDB health report be produced and signed off before Sprint 6 begins?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plan for CIs that appear in the source system but not in CMDB after connector activation?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 to Sprint 6 Performance Analytics before CMDB is validated produces dashboards built on incomplete data. Sprint 5 CMDB validation is a mandatory gate, not a nice-to-have.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Graph Connectors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Selection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 in scope, owner per connector, addition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priority per CI class, attribute-level priority, conflict log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per connector, real-time requirements, queue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OOTB maps sufficiency, custom attributes, approval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normalization entries, SAM alignment, maintenance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 identifier rules, legacy import matching, duplicate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recipients, outage SLA, staleness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5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scope, CI count variance, formal sign-off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Service Graph Connectors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SERVICE GRAPH CONNECTORS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5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2026-05-12T05:27:11Z</dcterms:created>
  <dcterms:modified xsi:type="dcterms:W3CDTF">2026-05-12T05:27:11Z</dcterms:modified>
</cp:coreProperties>
</file>