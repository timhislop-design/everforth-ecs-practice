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Agent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Conversational AI for Self-Service Deflection and AI Realization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Virtual Agent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Virtual Agent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engine, topic library, channel integration, and escalation to live agent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Topic scope, NLU approach, escalation routing, channels, auth, catalog integration, KB deflection, governance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Virtual Agent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and configuring OOTB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up categories and taxonomies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assignment rules and routing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SLA targets and schedules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notifications and email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AI features (PI, Now Assist, Virtual Agent)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reports and PA indicators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system properties and thresholds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new fields to OOTB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custom business rules or script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non-standard CI classes or table extensions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OOTB workflow stages in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Building custom client scripts or UI policies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REST endpoints outside the catalog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Virtual Agent — Interaction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NLU Engine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Match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Flow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 / Deflect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 / Close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Topic Library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includes 50+ pre-built VA topic flows: incident creation, password reset, catalog requests, KB search, status check. All available without additional build — activate and configure.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NLU Engine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 runs on ServiceNow NLU Model with OOTB pre-trained intents. Accuracy improves from live conversation data. No external NLP licensing required.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Assist Integration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conversational responses grounded in KB articles and incident data. Activated via system property with Now Assist license — no scripting needed.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Virtual Agent topics will be active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Topic Library (prioritized):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(highest deflection), Incident Create, Incident Status Check, Catalog Request Submit, KB Search / Article Retrieval, IT Outage Report.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activated individually — enable only what has supporting data (KB articles, active catalog items). Activating topics with no backend content erodes user trust.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4–6 high-deflection topics. Sprint 4 and beyond: expand to HR, Facilities, and custom topics based on incident volume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4–6 topics will be activated at go-live? (Review OOTB topic list with ECS)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topics require supporting catalog items or KB articles before they can go 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phasing plan for topics not activated at Sprint 3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named Virtual Agent topic owner responsible for ongoing topic maintenance?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50+ topics at go-live without supporting content or testing creates a poor user experience. OOTB recommendation: 4–6 well-tested, well-supported topics at launch — expand after metrics confirm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the Virtual Agent use NLU-based intent matching or menu-driven flows?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NLU (Recommended):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NLU classifies user input against trained intents. Users type naturally — VA understands and routes to the right topic flow. OOTB NLU model includes pre-trained intents for all standard ITSM topics.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Option: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menus guide users through decision trees. Higher user control, lower misrouting rate. Suitable for small VA deployments or when NLU confidence is low at launch.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(OOTB Default):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attempts classification first. If confidence is below threshold (configurable), VA falls back to menu. OOTB threshold: 0.6. No scripting needed to configure hybrid mode.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NLU-first, menu-first, or hybrid (OOTB default)?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NLU confidence threshold for routing — or accept the OOTB default (0.6)?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the NLU model be pre-trained on customer-specific utterances before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responsible for reviewing NLU misrouting reports and updating training data post-launch?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menu-driven VA is simpler to build but has lower deflection rates. NLU with the OOTB hybrid fallback is the recommended starting point — it delivers better user experience with no additional configuration risk.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Virtual Agent escalate to a live agent — and which teams receive escalations?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Escalation Path: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escalation creates an OOTB incident record and routes to the service desk queue. Optionally: VA hands off to Agent Workspace (live chat) if Agent Chat is licensed and configured.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 live agent, NLU cannot match intent after 3 attempts, topic flow reaches unresolved state. All OOTB — configurable in the Topic Designer.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Workspace: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 Chat is in scope: live chat agents work from OOTB Agent Workspace. Virtual Agent context (conversation history) transfers to the agent automatically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Escalation to incident creation only — or escalation to live chat (Agent Chat license required)?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assignment group receives VA-escalated incidents?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escalation message shown to the user before VA closes the conversation?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Agent Chat in scope for this engagement — or deferred to a follow-on?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Chat (live chat) is a licensed add-on. If not budgeted, VA escalation to incident creation is the OOTB path and covers the majority of use cases. Live chat can be added in a follow-on without rework.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channels will the Virtual Agent be active in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VA Channels: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(embedded widget) — included in base ITSM license. Microsoft Teams (OOTB connector) — additional configuration, no scripting. ServiceNow Mobile app — VA flows surface natively.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Teams connector: activate in VA channel configuration, add the ServiceNow app to Teams, configure OAuth. No custom development.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available in all channels. Channel-specific content adjustments (e.g., Teams-only topics) are configuration — not customization.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Employee Center only at go-live — or also Microsoft Teams and/or Mobile?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Teams: Is the Microsoft Teams channel in scope for Sprint 3 — or phased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manages the Teams app deployment (ServiceNow admin + Teams admin coordination required)?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other channels in scope (Slack, SMS, mobile app)?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channel adds testing scope and requires coordination with the channel owner. EC-only at go-live is the OOTB-recommended starting point. Teams integration can follow in Sprint 4 or 5 with no rework to the topic content.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authentication work within Virtual Agent sessions?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Session Auth: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sessions are authenticated through the ServiceNow portal session (Employee Center). Users are already authenticated when they interact with the VA widget — no separate login.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Auth: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VA connector uses OAuth 2.0 pass-through from Teams identity to ServiceNow. OOTB configuration — no custom scripts. Users who are SSO-enabled in Teams are seamlessly authenticated.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Flows: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supports limited public-facing VA flows (e.g., IT outage status) without authentication. Configurable per topic — not per channel.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all VA users authenticated employees — or are there unauthenticated external users?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Teams: Is SSO already configured between Teams / Entra ID and ServiceNow (required for seamless Teams VA auth)?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any VA topics be available to unauthenticated users?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expected behavior when a session expires mid-conversation?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authentication flows are not OOTB and require Customization Council sign-off. If SSO is not yet in place when Teams VA is being configured, ECS will flag this as a dependency — it is an integration prerequisite, not a VA build issue.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Virtual Agent integrate with the service catalog for request fulfillment?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Catalog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topic flows can submit catalog requests directly — the OOTB 'Submit Catalog Item' topic handles variable collection via conversational prompts.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OOTB: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catalog items with up to 10 variables work well in VA conversation flow. Items with complex multi-page variable sets or attachments are better handled via EC portal, not VA.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Selection: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VA topic 'Browse Catalog' presents catalog categories in a menu. Users select and submit without leaving the conversation. Cart and multi-item ordering not supported in VA — portal only.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catalog items will be submittable via VA at go-live (recommend: top 5 most-requested items)?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 selected items simple enough for conversational variable collection (≤ 10 variables, no attachments)?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VA present the full catalog or a curated subset?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tests catalog-to-VA integration before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make complex catalog items (multi-page, attachment-heavy, complex approvals) work in VA requires scripting or custom topic development. OOTB recommendation: VA handles simple, high-volume items; complex items route to EC portal.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Now Assist enhance the Virtual Agent experience?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VA Capabilities (with license):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responses grounded in KB article content. Incident summarization within VA conversation context. Resolution suggestion from historical incident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VA features activated via system property — no scripting. Requires Now Assist for ITSM license. Knowledge base must have published articles for grounding to function.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Behavior: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Now Assist cannot generate a grounded response, VA falls back to OOTB topic flow and KB search. No user-visible error — seamless degradation.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Now Assist for ITSM licensed for this engagement?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Now Assist VA generative responses be activated at Sprint 3 go-live — or phased after KB seeding is complete?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minimum KB article count before Now Assist grounding is considered reliable?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reviews Now Assist response quality post-launch and adjusts KB content as needed?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VA without a well-seeded KB produces generic or hallucinated responses. OOTB recommendation: activate Now Assist VA only after the KB has 20+ high-quality published articles in each active topic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Virtual Agent performance be measured and governed post-launch?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VA Analytics: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Analytics dashboard (OOTB): conversation volume, deflection rate, topic resolution rate, escalation rate, NLU intent accuracy, and user satisfaction score.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rate (conversations resolved without human) — target: 20–30% in first 90 days. Intent accuracy (correctly routed NLU) — target: &gt;80%. Topic resolution rate per topic.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VA review: identify underperforming topics, update NLU training utterances, retire topics with &lt;5% usage, expand high-performing topics.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owns the monthly VA performance review — the ServiceNow admin or process owner?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target deflection rate at 90 days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NLU training utterance updates be done by ECS (during engagement) or transferred to the customer admin?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adding new VA topics post-engagement?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analytics customization is not needed. OOTB VA Analytics dashboard provides all KPIs required for governance. Build custom reports only if a specific metric is not covered — and evaluate PA indicators before building Classic Reports.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Agent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Scope at Go-Live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selection, phasing plan, named topic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NLU vs Menu 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NLU-first / menu / hybrid, confidence threshold, training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creation vs live chat, receiving group, escalation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Activation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 / Teams / Mobile scope, Teams deployment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auth model, SSO dependency, unauthenticated 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in VA, variable complexity limits, curated vs full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Assist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status, activation timing, KB minimum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owner, deflection target, NLU training handover, expansion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Virtual Agent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VIRTUAL AGENT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3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