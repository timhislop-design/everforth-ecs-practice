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ServiceNow to the Enterprise for Data Accuracy and User Experience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Integrations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Integration Architecture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AD/Entra user sync, SSO, SCCM/Intune connectors, email, and integration health monitoring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AD/Entra sync, SSO, SCCM connector, Intune connector, group/role sync, email config, health monitoring, certificate management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Integrations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LDAP Data Source (AD import)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User and group attribute mapping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SAML 2.0 IdP metadata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MID Server install and validation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SCCM SGC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Intune SGC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Import schedule</a:t>
            </a:r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LDAP scripts replacing OOTB LDAP import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SSO code outside SAML 2.0 OOTB plugin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MID Server scripts for data already available via SGC</a:t>
            </a:r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Integration Architecture — Enterprise Connectivity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 / Entra ID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&amp; Group Sync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SSO Auth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SCCM / Intune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CMDB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Monitor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Integration Methods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AD: LDAP/LDAPS import. Entra ID: REST-based Entra ID spoke on Integration Hub. SSO: SAML 2.0 (OOTB) or OIDC. SCCM/Intune: Service Graph Connectors (OOTB apps).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Custom Scripts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core integrations (AD, SSO, SCCM, Intune) are supported OOTB without scripting. Configuration only. Credentials stored in ServiceNow Credential Vault.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Dependency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accuracy from AD sync directly affects Predictive Intelligence assignment predictions, Now Assist user context, and Virtual Agent personalization. Integration quality = AI quality.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Active Directory / Entra ID user sync be configured?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LDAP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LDAP Integration for on-prem AD: configure LDAP server, set OU filter, map attributes, schedule import. No MID Server needed for Entra ID (REST API).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Mapping: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maps: sAMAccountName → user_name, mail → email, displayName → name, title → title, department → department, manager → manager, telephoneNumber → phone.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Schedule: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daily scheduled import. For Entra ID, webhook-based near-real-time sync is available via the Entra ID spoke.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On-prem AD, Entra ID (cloud), or hybrid — which is the identity source?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OUs are in scope for user import?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sync schedule (daily, twice-daily, near-real-time)?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terminated employee accounts be handled (disabled in AD → deactivated in ServiceNow)?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LDAP transform scripts for attribute mapping are not needed. The OOTB LDAP attribute map covers all standard user fields. For non-standard attributes (custom AD extensions), add mappings via the LDAP Attribute Map form — no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SSO configuration will be used — SAML 2.0 or OIDC?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SSO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2.0 (most common): configure IdP metadata URL, set entity ID, map claim attributes. OIDC/OAuth 2.0: available for Entra ID and Okta. Both OOTB — no plugin purchase.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Matching: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matches SSO assertions to user records via the configured claim (email or user_name). OOTB — no scripting for standard claim matching.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Auth: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local authentication remains available for admin access when SSO is unavailable. Configurable: SSO required for all users, or SSO optional with local fallback.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SAML 2.0 or OIDC — which protocol does the IdP support?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is the named IdP administrator (Entra ID, Okta, Ping, ADFS) — for metadata exchange?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SSO be mandatory for all users — or will local admin access be preserved as fallback?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user matching attribute (email vs user_name)?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SSO claim transformations require Customization Council review. Standard SAML claims (email, UPN, groups) map to ServiceNow user fields via the OOTB multi-provider SSO configuration without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SCCM / Microsoft Endpoint Manager connector be configured?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SCCM Connector: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Store app (System Application: SCCM Connector). Connects to SCCM via REST API or direct DB connection. Syncs: devices, software installations, patch compliance, hardware inventory.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Classes Populated: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Computer (cmdb_ci_win_server, cmdb_ci_computer), Installed Software. Connector data feeds both CMDB and Software Asset Management.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Scope: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Configurable: all SCCM collections, specific collections, or filtered by device type. Recommended: Active → all SCCM-managed devices; Retired SCCM devices excluded.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SCCM in scope — or has the organization migrated to Intune-only (Endpoint Manager cloud-only)?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SCCM collections are in scope for the connector sync?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attributes will be synced (hardware, software, patch compliance, all)?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the named SCCM admin who will configure the connector endpoint and credentials?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SCCM connector requires read access to the SCCM database or REST API endpoint. If security policy prevents direct DB access, use the REST API option. Both are OOTB — no custom integration needed.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Microsoft Intune connector be configured?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Intune Connector: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Store app. Connects to Microsoft Graph API using Entra ID App Registration (Service Principal). Syncs: enrolled devices, device compliance, device owner, OS version, encryption status.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Classes Populated: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cmdb_ci_computer (Windows/Mac), cmdb_ci_mobile_device (iOS/Android). Complements SCCM data — Intune covers devices SCCM does not manage (personal devices, remote workers).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Scope: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device compliance status, enrollment type, or platform. Recommend: all enrolled, compliant and non-compliant — for complete coverage.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Intune used for device management — and is it Microsoft Intune standalone or co-managed with SCCM?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device platforms are enrolled in Intune (Windows, iOS, Android, macOS)?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compliance and enrollment attributes are needed in CMDB?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the named Intune admin for App Registration and API permissions setup?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connector requires an Entra ID App Registration with DeviceManagementManagedDevices.Read.All permission. Security team approval for API permissions is a common dependency — plan for it early.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AD groups sync to ServiceNow groups and roles?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Group Sync: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Group import: AD security groups map to ServiceNow groups. Group membership synced on the same schedule as user import. Group managers synced from AD group manager attribute.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 via Groups: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OOTB: roles are assigned at group level. All members of the 'ServiceNow Fulfillers' AD group receive the 'itil' role via ServiceNow group-to-role mapping.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Naming: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names can differ from ServiceNow group names. OOTB group import allows name mapping in the LDAP group configuration —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AD security groups will be imported to ServiceNow groups?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How do AD group names map to ServiceNow group names (1:1 mapping or rename)?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OOTB roles will be assigned to each imported group?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membership changes in AD propagate to ServiceNow (scheduled import or real-time)?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AD-to-ServiceNow group mapping with conditional role assignments requires Customization Council review. Standard 1:1 group mapping with role assignment is OOTB and covers the vast majority of role management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email integration configuration — outbound relay and inbound accounts?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SMTP: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connects to customer SMTP relay. From address and display name configurable per notification. TLS 1.2+ supported OOTB. SPF/DKIM alignment requires customer DNS configuration.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Email Accounts: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inbound email action creates incidents from incoming email. Supports POP3, IMAP, Exchange EWS, Office 365 OAuth. Multiple inbound accounts: one per process (IT helpdesk, facilities, HR).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for O365: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Auth (OAuth 2.0) for Office 365 mailboxes is OOTB — recommended over basic auth. Configured via Entra ID App Registration.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SMTP relay will ServiceNow use — and is SMTP authentication required?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inbound email addresses will be active at go-live (e.g., ithelp@, facilities@)?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Is Basic Auth or OAuth 2.0 (Modern Auth) used for Exchange / Office 365?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SPF/DKIM records need to be added for the ServiceNow sending domain?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inbound email parsing scripts (extracting data from email body) are not OOTB. OOTB inbound email action extracts standard fields (subject, body, from). Complex email parsing requires Customization Council review.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integration health be monitored post-go-live?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Integration Health: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Set logs: every scheduled import run logs records processed, errors, and duration. Connector health pages show last sync time and error count. Integration Hub Monitor: dashboard for all spokes.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alert: if scheduled import job fails, an event is triggered. OOTB event-to-incident rule creates an incident assigned to the platform admin group.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Review Cadence: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integration health review during hypercare. Monthly post-hypercare. Checklist: all import jobs green, connector sync freshness within threshold, no IRE error queue backlog.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receives integration failure alerts (platform admin, CMDB owner, both)?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maximum acceptable outage for each integration before an incident is raised?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integration health be reviewed in the weekly Sprint 6 hypercare meeting?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owns post-engagement integration health monitoring (customer admin or managed service)?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 health dashboards are not needed. OOTB Integration Hub Monitor and import set logs provide full visibility. Build custom views only if a specific integration KPI is not covered after 30 days of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the certificate and security requirements for integrations?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TLS/SSL Support: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OOTB integrations support TLS 1.2+. LDAPS (LDAP over SSL) supported for AD integration. HTTPS for all REST-based integrations. Certificate pinning not required — standard CA validation.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Management: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integration credentials (service accounts, OAuth client secrets, LDAP bind credentials) stored in ServiceNow Credential Vault — encrypted, role-restricted, audited.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 Security: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 communicates with ServiceNow instance over HTTPS port 443 outbound only. No inbound firewall rules required from the internet. Internal firewall rules needed for managed device reach.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there security requirements for certificate pinning or custom CA trust chains?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password rotation policy for service accounts used by integrations?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manages credential updates in ServiceNow Credential Vault when passwords rotate?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Are there network security scanning requirements for the MID Server host?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certificate handling beyond standard CA validation requires scripting — Customization Council sign-off. Standard TLS with CA-trusted certificates covers all OOTB integration security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/ Entra ID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source, OUs, schedule, terminated user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Protocol, IdP admin, mandatory vs optional, user matching attribute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SCCM Connector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SCCM in scope, collections, attributes, admin contact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Intune Connector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Intune standalone vs co-managed, platforms, compliance attributes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&amp; Role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groups in scope, role mapping, sync 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 relay, inbound accounts, OAuth vs basic auth, SPF/DKIM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recipients, outage SLA, review cadence, post-engagement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&amp;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 requirements, credential rotation, MID Server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Integrations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INTEGRATIONS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5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2026-05-12T05:27:11Z</dcterms:created>
  <dcterms:modified xsi:type="dcterms:W3CDTF">2026-05-12T05:27:11Z</dcterms:modified>
</cp:coreProperties>
</file>