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1554480"/>
            <a:ext cx="64008" cy="219456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85800" y="1417320"/>
            <a:ext cx="9601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Presentation Title</a:t>
            </a:r>
            <a:endParaRPr lang="en-US" sz="4600" dirty="0"/>
          </a:p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Goes Here</a:t>
            </a:r>
            <a:endParaRPr lang="en-US" sz="4600" dirty="0"/>
          </a:p>
        </p:txBody>
      </p:sp>
      <p:sp>
        <p:nvSpPr>
          <p:cNvPr id="5" name="Text 2"/>
          <p:cNvSpPr/>
          <p:nvPr/>
        </p:nvSpPr>
        <p:spPr>
          <a:xfrm>
            <a:off x="685800" y="288036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Subtitle — Workshop / Briefing / Guide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685800" y="3611880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C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One-line italic descriptor for this presentation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626364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5A7F"/>
                </a:solidFill>
              </a:rPr>
              <a:t>Prepared by Everforth ECS Federal  ·  ServiceNow Practice  ·  Confidential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2A4A7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SERVICENOW PRACTICE  ·  OOTB-FIRST APPROACH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2011680"/>
            <a:ext cx="64008" cy="16459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85800" y="192024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Section Title</a:t>
            </a:r>
            <a:endParaRPr lang="en-US" sz="4600" dirty="0"/>
          </a:p>
        </p:txBody>
      </p:sp>
      <p:sp>
        <p:nvSpPr>
          <p:cNvPr id="5" name="Text 2"/>
          <p:cNvSpPr/>
          <p:nvPr/>
        </p:nvSpPr>
        <p:spPr>
          <a:xfrm>
            <a:off x="685800" y="28803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statement or transition phrase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85800" y="361188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C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italic note — set the expectation for what follows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2A4A7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SERVICENOW PRACTICE  ·  OOTB-FIRST APPROACH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THE SECTION LABEL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SERVICENOW PRACTICE  ·  OOTB-FIRST APPROACH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3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Slide headline goes here — one bold statement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457200" y="1234440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1371600"/>
            <a:ext cx="35661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137160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Point One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57200" y="1755648"/>
            <a:ext cx="3566160" cy="448056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4360" y="1874520"/>
            <a:ext cx="3310128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supporting detail here. Keep it concise — one or two sentences per card.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270248" y="1371600"/>
            <a:ext cx="35661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270248" y="137160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Point Two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270248" y="1755648"/>
            <a:ext cx="3566160" cy="448056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407408" y="1874520"/>
            <a:ext cx="3310128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supporting detail here. Keep it concise — one or two sentences per card.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8083296" y="1371600"/>
            <a:ext cx="35661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083296" y="137160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Point Three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8083296" y="1755648"/>
            <a:ext cx="3566160" cy="448056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220456" y="1874520"/>
            <a:ext cx="3310128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supporting detail here. Keep it concise — one or two sentences per card.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THE COMPARISON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SERVICENOW PRACTICE  ·  OOTB-FIRST APPROACH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4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Slide headline — use for contrasts, before/after, configuration vs. customization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457200" y="1234440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1325880"/>
            <a:ext cx="53949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1325880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LEFT COLUMN HEADER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09928"/>
            <a:ext cx="5394960" cy="452628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217920" y="1325880"/>
            <a:ext cx="553212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217920" y="1325880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RIGHT COLUMN HEADER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217920" y="1709928"/>
            <a:ext cx="5532120" cy="452628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94360" y="1828800"/>
            <a:ext cx="51206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left-column bullet point one here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left-column bullet point two here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left-column bullet point three here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left-column bullet point four here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355080" y="1828800"/>
            <a:ext cx="52578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right-column bullet point one here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right-column bullet point two here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right-column bullet point three here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right-column bullet point four here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457200" y="5486400"/>
            <a:ext cx="11247120" cy="65836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94360" y="5532120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 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this bar for a key takeaway, ground rule, or important qualifier.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KEY DECISION  #1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SERVICENOW PRACTICE  ·  OOTB-FIRST APPROACH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5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decision question goes here — keep it under ~80 characters for a single line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457200" y="1298448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OOTB RECOMMENDATION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73936"/>
            <a:ext cx="5394960" cy="365760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4360" y="1865376"/>
            <a:ext cx="5120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Recommendation header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OOTB approach. Lead with what ServiceNow does out of the box. Be specific — name the field, feature, or behavior.
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works: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business logic behind the OOTB approach. Reference AI, upgrade continuity, or reporting impact where relevant.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DECIDE IN THE ROOM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17920" y="1773936"/>
            <a:ext cx="5532120" cy="36576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55080" y="1865376"/>
            <a:ext cx="5257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 answer: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First question the customer must answer — make it concrete.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Second question — tie back to the OOTB recommendation.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Third question — scope, ownership, or timing.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Optional fourth question for complex decisions.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5559552"/>
            <a:ext cx="1124712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94360" y="560527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OOTB Defense:  </a:t>
            </a:r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Defense text goes here — one crisp sentence explaining why the OOTB approach wins and what the cost of customizing is.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AGENDA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SERVICENOW PRACTICE  ·  OOTB-FIRST APPROACH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6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We'll Cover</a:t>
            </a:r>
            <a:endParaRPr lang="en-US" sz="3000" dirty="0"/>
          </a:p>
        </p:txBody>
      </p:sp>
      <p:sp>
        <p:nvSpPr>
          <p:cNvPr id="9" name="Shape 6"/>
          <p:cNvSpPr/>
          <p:nvPr/>
        </p:nvSpPr>
        <p:spPr>
          <a:xfrm>
            <a:off x="457200" y="1143000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1298448"/>
            <a:ext cx="530352" cy="53035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12984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01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097280" y="1325880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Agenda Item One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097280" y="1581912"/>
            <a:ext cx="4846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descriptor — one sentence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57200" y="2212848"/>
            <a:ext cx="530352" cy="53035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57200" y="22128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02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097280" y="2240280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Agenda Item Two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097280" y="2496312"/>
            <a:ext cx="4846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descriptor — one sentence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57200" y="3127248"/>
            <a:ext cx="530352" cy="53035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57200" y="31272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03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1097280" y="3154680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Agenda Item Three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1097280" y="3410712"/>
            <a:ext cx="4846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descriptor — one sentence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6309360" y="1298448"/>
            <a:ext cx="530352" cy="53035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309360" y="12984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04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6949440" y="1325880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Agenda Item Four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6949440" y="1581912"/>
            <a:ext cx="4846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descriptor — one sentence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6309360" y="2212848"/>
            <a:ext cx="530352" cy="53035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309360" y="22128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05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6949440" y="2240280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Agenda Item Five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6949440" y="2496312"/>
            <a:ext cx="4846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descriptor — one sentence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6309360" y="3127248"/>
            <a:ext cx="530352" cy="53035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309360" y="31272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06</a:t>
            </a:r>
            <a:endParaRPr lang="en-US" sz="1500" dirty="0"/>
          </a:p>
        </p:txBody>
      </p:sp>
      <p:sp>
        <p:nvSpPr>
          <p:cNvPr id="32" name="Text 29"/>
          <p:cNvSpPr/>
          <p:nvPr/>
        </p:nvSpPr>
        <p:spPr>
          <a:xfrm>
            <a:off x="6949440" y="3154680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Agenda Item Six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6949440" y="3410712"/>
            <a:ext cx="4846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descriptor — one sentence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5897880"/>
            <a:ext cx="11247120" cy="50292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594360" y="594360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rule:  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placeholder items above. Keep descriptors to one sentence — the slide sets expectations, not detail.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1920240"/>
            <a:ext cx="64008" cy="21031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85800" y="182880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Questions?</a:t>
            </a:r>
            <a:endParaRPr lang="en-US" sz="5000" dirty="0"/>
          </a:p>
        </p:txBody>
      </p:sp>
      <p:sp>
        <p:nvSpPr>
          <p:cNvPr id="5" name="Text 2"/>
          <p:cNvSpPr/>
          <p:nvPr/>
        </p:nvSpPr>
        <p:spPr>
          <a:xfrm>
            <a:off x="685800" y="269748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Next steps or call to action.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457200" y="6236208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your ECS Account Executive  ·  </a:t>
            </a:r>
            <a:pPr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servicenow@ecstech.com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2A4A7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SERVICENOW PRACTICE  ·  OOTB-FIRST APPROACH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2026-05-12T00:22:36Z</dcterms:created>
  <dcterms:modified xsi:type="dcterms:W3CDTF">2026-05-12T00:22:36Z</dcterms:modified>
</cp:coreProperties>
</file>