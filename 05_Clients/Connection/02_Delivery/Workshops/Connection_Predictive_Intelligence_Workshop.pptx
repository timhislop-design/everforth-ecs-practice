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Predictive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Predictive Intelligence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What PI does: classification, similarity, clustering, and forecasting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PI Process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Training data, model training, activation, and feedback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Classification use cases, training data quality, confidence thresholds, similarity, clustering, and model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Training data validation, solution definition, model training schedule, go-live threshold setting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Predictive Intelligence is a platform-native ML framework. OOTB solutions exist for incident classification (category, subcategory, assignment group), similar incidents, incident clustering, and change risk prediction.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PI trains on your existing ServiceNow data -- no external ML infrastructure, no data exports, no vendor ML platform.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PI configuration is done through the Predictive Intelligence workspace. Zero scripting for standard classification and similarity use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Configure (Not Code)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Solution definitions: which field PI predicts, on which table, with which training conditions.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Training data filters: include/exclude criteria for training set quality.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Confidence threshold: below this confidence, PI withholds prediction and lets agent decide.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Feedback configuration: how agent accepts/rejects predictions to improve the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The Delivery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5 defines solutions and validates training data volume and quality.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6 trains models, evaluates performance, and activates above confidence threshold.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configuration through PI workspace -- zero scripting.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Solution definitions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training data filters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confidence thresholds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feedback configuration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model training schedule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solution activation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ML models for problems solvable by OOTB PI classification/similarity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external ML platforms for data already in ServiceNow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scripted prediction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PI runs on ServiceNow infrastructure using your existing data. No data leaves the platform. Custom ML integrations introduce data transfer risk, compliance complexity, and maintenance burden that OOTB PI eliminates.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PI Lifecycle: Data to Prediction to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SOLUTION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0824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TRAINING DATA VALIDATED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MODEL TRAINED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2392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MODEL ACTIVATED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3176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CONTINUOUS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Solution Defined: PI solution configured: target table (incident), target field (category), input fields (short description, description, CI class), training filter (resolved incidents from last 18 months).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85416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240280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Training Data Validated: Training data quality check: minimum record count (500+ recommended), distribution of classes (no single class &gt; 80% of training set), field completeness (short description not null).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52374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Model Trained: PI trains the ML model on the filtered dataset. Training runs on ServiceNow infrastructure. Training time: 15-60 minutes depending on record volume. Model performance metrics available post-training.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27832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82696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Model Activated: Activation threshold set (confidence &gt;= X%). When PI confidence exceeds threshold: field auto-populated. Below threshold: field left blank for agent to fill. Agent feedback (accept/reject) improves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5661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49039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803903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Continuous Learning: Agent feedback loop improves model accuracy over time. Model retraining scheduled (weekly or monthly). Model performance tracked in PI workspace.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08736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Predictive Intelligence is a foundational AI capability that enables Now Assist context enrichment. PI classification feeds assignment routing, which feeds SLA performance, which feeds PA trend data -- it is a platform-wide force multiplier.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PI use cases will be activated in this engagement?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PI Solutions: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Incident classification: category, subcategory, assignment group, CI auto-population. Similar incidents: surface related resolved incidents to agents. Incident clustering: group new incidents to detected incident patterns. Change risk: predict change risk level. HR case classification (if HRSD in scope).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inconsistent incident categorization a current pain point for reporting and SLA tracking?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Does the service desk spend significant time routing incidents to the correct assignment group?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Would surfacing similar resolved incidents reduce agent handle time?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change risk scoring a current gap in the change management process?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Start with incident category and assignment group classification -- highest volume, clearest ROI, fastest to train. Add similarity and clustering after classification is 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quality and volume of your training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PI Training Data Requirements: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Minimum: 500 records per classification target class (recommended 2,000+). Training data should be filtered to high-quality records: resolved incidents with complete category, subcategory, and assignment group. Incidents created by the PI automation itself should be excluded from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How many resolved incidents are in ServiceNow today (or in the data migration)?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category and subcategory fields consistently populated on historical incidents?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there categories with fewer than 500 historical incidents (insufficient training data)?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Has there been a significant process change that makes older data unrepresentative?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Training data quality is the single biggest determinant of PI accuracy. 10,000 poorly categorized incidents produce a worse model than 2,000 carefully categorized incidents. Validate field completeness before planning the training schedule.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confidence threshold will trigger auto-population vs. agent review?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Confidence Threshold: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returns a confidence score (0-100%) with each prediction. If confidence &gt;= threshold: field is auto-populated (agent can override). Below threshold: field is left blank. Common starting thresholds: category 70%, assignment group 80%. Thresholds are adjustable after go-live based on accuracy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it worse to auto-populate with a wrong value (forcing a correction) or to not populate (forcing manual entry)?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auto-population be active at go-live, or should PI run in "suggestion only" mode initially?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How will threshold effectiveness be measured post-go-live (accept rate, override rate)?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has authority to adjust thresholds after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Start in suggestion-only mode for the first 30 days. Agents see the suggestion but the field is not auto-populated. This builds trust in PI accuracy before full automation and avoids the early noise of a newly trained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similar incidents be configured and surfaced?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Similar Incidents: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similar incidents: when agent opens a new incident, PI surfaces the top N resolved incidents with similar short description and CI context. Displayed as a related list in the incident form -- no agent workflow change. Similarity threshold configurable. Agents can link similar incidents (parent-child) from the suggestion panel.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Should similar incidents surface for all incident categories or only selected ones?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How many similar incidents should be displayed (3, 5, 10)?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agents be able to link a new incident as a child of a similar incident?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similar incidents useful immediately, or does it require more historical data to be valuable?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Similar incidents has the fastest time-to-value of any PI feature -- it requires no training threshold and surfaces value from the first day it is activated. Enable it alongside classification.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Will incident clustering be activated -- and who reviews cluster alerts?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Incident Clustering: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clustering: ML model groups newly created incidents into detected patterns (clusters). When N incidents match a cluster pattern within a time window, a cluster alert fires. Cluster alerts surface in the PI workspace and can trigger a Problem record. No scripting.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proactive problem identification a goal for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would review cluster alerts (problem manager, service desk lead)?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minimum cluster size to trigger an alert (5, 10, 20 incidents)?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clustering be activated at go-live or added in sprint N+1?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Clustering requires 30-60 days of post-go-live data to produce meaningful clusters. Activate it at go-live so the model starts learning immediately, but plan the cluster alert review process for sprint N+1.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PI model governance work -- who owns, trains, and monitors models?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Model Governance: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PI workspace shows model performance: accuracy rate, prediction volume, accept/reject ratio. Model retraining can be scheduled (weekly, monthly) or triggered manually. Model owner can pause a solution if accuracy degrades. No scripting for any governance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is the PI model owner -- a person accountable for model performance?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How often will models be retrained (weekly auto-retrain is OOTB default)?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accuracy floor below which a model is paused and retrained?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Will PI model performance be included in the PA operations dashboard?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AI model governance is not optional for federal deployments. Assign a named PI model owner in this room. Unmonitored models drift over time and produce silent accuracy degradation that takes months to notice.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Predictive Intelligence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PI use cases 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Training data volume and quality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Confidence threshold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Similar incidents configuration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Clustering activation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Model governance owner and schedule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Training Data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Run a report: resolved incidents from last 18 months with category, subcategory, and assignment group populated. Count per class. Share results before Sprint 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Field Completeness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Check % of historical incidents where short_description and category are not null. Target: &gt; 85% completeness before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PI Solution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For each use case: define target table, target field, input fields, and training filter. Document before Sprint 5 PI workspace configuration.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Suggestion-Only Mode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Plan for 30-day suggestion-only period post go-live. Schedule accept/override rate review at day 30 to decide on auto-population activation.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2277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Model Owner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21538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Identify and brief the PI model owner. Ensure they have the sn_ml_admin role and understand the PI workspace monitoring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CONNECTION  ·  MODERNIZING THE CORE  ·  PREDICTIVE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