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[N] Demo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Connection - [Sprint Theme]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sprint review - what we built, what's signed off, what's next.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Everforth ECS Federal   |   ServiceNow Practice   | 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 |   SPRINT DEMO   |   CONFIDENTIAL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SPRINT DEMO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Demo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 and scope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(live demo)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Signed-off stories and decisions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items and any deviations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metrics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sprint preview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THIS SPRINT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SPRINT DEMO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Goal &amp; Scope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[the outcome this sprint set out to deliver]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[stories / capabilities committed]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focus: [the standard ServiceNow capability demonstrated]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5486400"/>
            <a:ext cx="11247120" cy="65836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" y="553212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story shown was built OOTB-first and met the Definition of Done before this demo.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DEMO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SPRINT DEMO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1] - [one-line what it does for Connection]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2] - [ 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[Capability 3] - [ 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[Live demo against real Connection data - not Lorem ipsum]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SIGNED OFF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SPRINT DEMO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Stories Accepted &amp; Decisions Made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[Story / decision accepted by the Product Owner]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[Decision made in-room, with owner]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MANAGED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SPRINT DEMO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Deferred &amp; Deviations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to backlog: [item + rationale]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raised: [item -&gt; logged in Governance Triage Log -&gt; Council / two-key]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built outside OOTB without the two-key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METRICS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SPRINT DEMO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Snapshot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Velocity: [points completed vs planned]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Done: [stories meeting all gates]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Customizations approved: [N of 5]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risks / dependencies: [N - see RAID log]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Sprint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[Sprint N+1 theme] - [weeks]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build, and what we need from you.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 |   SPRINT DEMO   | 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LOOK AHEAD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CONNECTION   |   SPRINT DEMO   | 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Sprint Preview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63040"/>
            <a:ext cx="10789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[next sprint goal]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need from Connection: [SME time / decisions / data]</a:t>
            </a:r>
            <a:endParaRPr lang="en-US" sz="1400" dirty="0"/>
          </a:p>
          <a:p>
            <a:pPr marL="177800" indent="-1778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milestone: [demo date / Go-Live Wk 16]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&amp; Discussion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ECS Engagement Manager is your first point of contact.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CONNECTION   |   SPRINT DEMO   | 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2026-06-09T18:32:10Z</dcterms:created>
  <dcterms:modified xsi:type="dcterms:W3CDTF">2026-06-09T18:32:10Z</dcterms:modified>
</cp:coreProperties>
</file>