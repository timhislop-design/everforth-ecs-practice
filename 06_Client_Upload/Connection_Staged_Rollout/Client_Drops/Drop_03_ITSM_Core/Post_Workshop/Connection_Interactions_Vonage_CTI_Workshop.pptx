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Interactions &amp; Vonage CTI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- Modernizing the Core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the inbound voice channel - calls land as Interactions, then become Incidents or Requests.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 |   ServiceNow Practice   | 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Interactions - the OOTB entry point for the phone channel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approach: OOTB CTI, not custom telephony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line: what we configure vs. what's a customization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process: call to Interaction to Incident/Request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to make in the room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and what we need from you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CTI Through Interactions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Vonage is the telephony; ServiceNow Interactions is the OOTB record that captures the call.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an embedded OpenFrame softphone inside the Agent / Service Operations Workspace - no separate app.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inbound call opens an Interaction with caller context (screen-pop); the agent creates or links an Incident or Request from it.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the voice channel only. Chat, email, and SMS through Interactions come in a later phase.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is the connective tissue between the phone and the ITSM record - the OOTB foundation for omnichannel, starting with voice.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Configure - and What's a Customization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- 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5394960" cy="4526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-  Requires Approval + Business Case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182880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OpenFrame softphone configuration in the workspace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Vonage CTI adapter install (Store / Vonage-provided)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Agent-to-extension mapping; availability states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Vonage queue/skill to assignment group mapping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screen-pop + caller match (phone to user)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 Incident/Request via OOTB actions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and routing context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1828800"/>
            <a:ext cx="5257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softphone or telephony middleware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screen-pop beyond OOTB CTI capability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call-recording media inside ServiceNow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click-to-dial logic outside the connector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interaction tables outside the OOTB model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 to Interaction to Resolution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4688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2578608"/>
            <a:ext cx="1956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Vonage call
</a:t>
            </a:r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by queue/skill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569464" y="3127248"/>
            <a:ext cx="274320" cy="23774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24912" y="24688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98064" y="2578608"/>
            <a:ext cx="1956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OpenFrame rings
</a:t>
            </a:r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agent workspace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837176" y="3127248"/>
            <a:ext cx="274320" cy="23774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92624" y="24688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65776" y="2578608"/>
            <a:ext cx="1956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opens
</a:t>
            </a:r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Screen-pop; caller matched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104888" y="3127248"/>
            <a:ext cx="274320" cy="23774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60336" y="24688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33488" y="2578608"/>
            <a:ext cx="1956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link record
</a:t>
            </a:r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or Request (OOTB)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372600" y="3127248"/>
            <a:ext cx="274320" cy="23774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28048" y="246888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0" y="2578608"/>
            <a:ext cx="19568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+ recording link
</a:t>
            </a:r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Resolve; link recording in Vonage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throughout: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uses OpenFrame, the Vonage connector, and the OOTB Interaction record - zero custom telephony code.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Inbound only, or include click-to-dial (outbound) in Phase 1?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inbound voice + screen-pop is the Phase 1 baseline. Click-to-dial is OOTB-available via the connector but adds scope and testing.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Is outbound click-to-dial in Phase 1, or deferred? Which agent groups need it first?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outbound now expands UAT and agent training. If it is not a Go-Live blocker, defer to keep the core clean.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we identify callers - and handle unknown numbers?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matches the caller's number to sys_user phone / mobile_phone and screen-pops the match. No match opens a guest Interaction.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Match fields and priority order? Guest-caller handling? Any IVR-collected ID we should pass to the match?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Over-engineering caller match (fuzzy logic, external lookups) is a customization. Start with the OOTB phone-field match.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mapping and call recording - what's in scope?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maps Vonage queues/skills to assignment groups for routing context. Recordings stay in Vonage with a link on the Interaction.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Queue -&gt; assignment group mapping. Is recording in scope for Phase 1? Storage, retention, and consent rules?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call media in ServiceNow is a customization and a compliance risk - keep media in Vonage, link from the Interaction.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the existing Vonage setup; build on OOTB OpenFrame.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your current integration as the spec - rebuilt the OOTB way.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MODERNIZING THE CORE   |   INTERACTIONS &amp; VONAGE CTI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Vonage CTI accelerator pack (Requirements + Configuration Data tabs).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the legacy Vonage integration for porting (see the pack's Port from Legacy tab).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OpenFrame + Interaction prerequisites and Vonage API credentials.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test number + test agent for sub-prod validation.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CTI configured and validated alongside Incident/Request in Stage 2.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2026-06-09T19:25:28Z</dcterms:created>
  <dcterms:modified xsi:type="dcterms:W3CDTF">2026-06-09T19:25:28Z</dcterms:modified>
</cp:coreProperties>
</file>