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 + ECS  -  Project Kickoff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18-week, OOTB-first ServiceNow reimplementation - a clean, AI-ready platform, delivered together.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 |   ServiceNow Practice   | 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TODAY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 Agenda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here - the goal and the outcomes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Phase 1 delivers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journey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work: the OOTB-First approach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- roles and accountability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keep on track - governance and checks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you, and your first two weeks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GOAL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We're Here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the domain-separated shared instance - move to a modern, governed, dedicated platform.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proven, OOTB-aligned baseline that is upgrade-friendly and ready for AI.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healthy, CSDM-aligned CMDB - the foundation for change risk scoring and clean data.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modern Employee Center that deflects tickets and helps employees self-serve.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 operational gains from day one.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486400"/>
            <a:ext cx="1124712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553212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modernize the core first, then improve from there. Deviations are managed - never lost.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OUTCOMES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Success Looks Like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55448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554480"/>
            <a:ext cx="2633472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874520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MTTR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4360" y="26060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mean time to resolution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91840" y="155448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1554480"/>
            <a:ext cx="2633472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0" y="1874520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429000" y="26060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SLA attainment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26480" y="155448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1554480"/>
            <a:ext cx="2633472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1874520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263640" y="26060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change success rate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961120" y="155448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61120" y="1554480"/>
            <a:ext cx="2633472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61120" y="1874520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DEFLECTION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9098280" y="26060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tickets self-served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345643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transparently in Platform Analytics from day one.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886200"/>
            <a:ext cx="2633472" cy="566928"/>
          </a:xfrm>
          <a:prstGeom prst="roundRect">
            <a:avLst>
              <a:gd name="adj" fmla="val 16129"/>
            </a:avLst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388620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domain separation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291840" y="3886200"/>
            <a:ext cx="2633472" cy="566928"/>
          </a:xfrm>
          <a:prstGeom prst="roundRect">
            <a:avLst>
              <a:gd name="adj" fmla="val 16129"/>
            </a:avLst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91840" y="388620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foundation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26480" y="3886200"/>
            <a:ext cx="2633472" cy="566928"/>
          </a:xfrm>
          <a:prstGeom prst="roundRect">
            <a:avLst>
              <a:gd name="adj" fmla="val 16129"/>
            </a:avLst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26480" y="388620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CSDM CMDB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961120" y="3886200"/>
            <a:ext cx="2633472" cy="566928"/>
          </a:xfrm>
          <a:prstGeom prst="roundRect">
            <a:avLst>
              <a:gd name="adj" fmla="val 16129"/>
            </a:avLst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961120" y="388620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Employee Center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18-Week Journey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sprints  |  four stages  |  Go-Live at Week 16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PLAN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Stages, Eight Sprints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377440"/>
            <a:ext cx="3749040" cy="1554480"/>
          </a:xfrm>
          <a:prstGeom prst="roundRect">
            <a:avLst>
              <a:gd name="adj" fmla="val 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487168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spc="200" kern="0" dirty="0">
                <a:solidFill>
                  <a:srgbClr val="B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
</a:t>
            </a:r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&amp; Plan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0-2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00507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greenfield stand-up, CSDM data foundation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51960" y="2377440"/>
            <a:ext cx="3749040" cy="1554480"/>
          </a:xfrm>
          <a:prstGeom prst="roundRect">
            <a:avLst>
              <a:gd name="adj" fmla="val 35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3400" y="2487168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spc="200" kern="0" dirty="0">
                <a:solidFill>
                  <a:srgbClr val="B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
</a:t>
            </a:r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3-5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7-12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51960" y="400507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Core &amp; Change/CAB; Employee Center, VA &amp; Knowledge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046720" y="2377440"/>
            <a:ext cx="2331720" cy="1554480"/>
          </a:xfrm>
          <a:prstGeom prst="roundRect">
            <a:avLst>
              <a:gd name="adj" fmla="val 35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0" y="2487168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spc="200" kern="0" dirty="0">
                <a:solidFill>
                  <a:srgbClr val="B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
</a:t>
            </a:r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6-7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13-16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46720" y="400507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HAM, analytics, SIT/UAT, governed cutover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515600" y="2377440"/>
            <a:ext cx="1188720" cy="1554480"/>
          </a:xfrm>
          <a:prstGeom prst="roundRect">
            <a:avLst>
              <a:gd name="adj" fmla="val 461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0" y="2487168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spc="200" kern="0" dirty="0">
                <a:solidFill>
                  <a:srgbClr val="B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
</a:t>
            </a:r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17-18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515600" y="400507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Hypercare, KT, roadmap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0515600" y="1920240"/>
            <a:ext cx="0" cy="201168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10314432" y="1664208"/>
            <a:ext cx="402336" cy="402336"/>
          </a:xfrm>
          <a:prstGeom prst="diamon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0" y="166420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 |  Wk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SCOPE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Phase 1 Delivers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417320"/>
            <a:ext cx="2633472" cy="20574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417320"/>
            <a:ext cx="263347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41732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Core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196596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Incident, Request, Knowledge, Problem &amp; Change/CAB in Service Operations Workspace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1417320"/>
            <a:ext cx="2633472" cy="20574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1417320"/>
            <a:ext cx="263347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0" y="141732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429000" y="196596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10-15 highest-impact items + generic catch-all requests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26480" y="1417320"/>
            <a:ext cx="2633472" cy="20574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1417320"/>
            <a:ext cx="263347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141732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Experience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263640" y="196596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Center, Virtual Agent, AI Search &amp; Knowledge Management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961120" y="1417320"/>
            <a:ext cx="2633472" cy="20574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61120" y="1417320"/>
            <a:ext cx="263347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52560" y="141732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Baselines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098280" y="196596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Mgmt, Security Center, Predictive Intelligence, Platform Analytics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657600"/>
            <a:ext cx="2633472" cy="20574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657600"/>
            <a:ext cx="263347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6576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&amp; CSDM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94360" y="420624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 alignment, Service Graph Connectors (SCCM, Intune), Discovery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91840" y="3657600"/>
            <a:ext cx="2633472" cy="20574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91840" y="3657600"/>
            <a:ext cx="263347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83280" y="36576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Asset Mgmt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3429000" y="420624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Stockrooms + foundational HAM to keep CSDM aligned for Phase 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126480" y="3657600"/>
            <a:ext cx="2633472" cy="20574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26480" y="3657600"/>
            <a:ext cx="263347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0" y="36576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263640" y="420624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/ SSO, SCCM, Intune &amp; Vonage - leveraging your existing setup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961120" y="3657600"/>
            <a:ext cx="2633472" cy="20574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961120" y="3657600"/>
            <a:ext cx="2633472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52560" y="36576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Phases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9098280" y="420624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P2 - UX expansion  |  P3 - ITOM &amp; intelligence  |  P4+ - full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HOW WE WORK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Approach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 starts from standard ServiceNow, demonstrated first. We meet the need the standard way before considering any change - protecting your investment and keeping the platform upgradeable.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240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THREE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697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
</a:t>
            </a:r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2944368" y="3063240"/>
            <a:ext cx="365760" cy="274320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26060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2697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
</a:t>
            </a:r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Policy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733288" y="3063240"/>
            <a:ext cx="365760" cy="274320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26060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2697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
</a:t>
            </a:r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Flow Designer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869680" y="3063240"/>
            <a:ext cx="411480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26880" y="26060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18320" y="2697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
</a:t>
            </a:r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review + Two-Key sign-off before any work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5486400"/>
            <a:ext cx="1124712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553212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lost: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deviation request is logged, assessed, and decided in the open via the Governance Triage Log.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Together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roles, simple checks, transparent decisions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ROLES &amp; ACCOUNTABILITY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Does What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CONNECTION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09928"/>
            <a:ext cx="5394960" cy="45262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ECS FEDERAL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709928"/>
            <a:ext cx="5532120" cy="4526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182880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 - decisions, budget, business-need approval, Go-Live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- coordination, SME scheduling, status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 - access, credentials, technical approvals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SMEs - process decisions &amp; workshops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Testers - acceptance testing (Wks 13-16)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55080" y="1828800"/>
            <a:ext cx="5257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Manager - delivery, governance, schedule, risk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 - architecture, CSDM, impact assessments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Consultant - workshops, OOTB guidance, training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Consultant(s) - configuration, data, integrations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Lead - quality oversight, technical-path approval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STAYING ON TRACK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Keep on Track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TWO-KEY DECISION MODEL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173736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7373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
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Sponsor - business need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7889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
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Practice - technical path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 rot="1080000">
            <a:off x="4983480" y="2057400"/>
            <a:ext cx="1005840" cy="320040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-1080000">
            <a:off x="4983480" y="3063240"/>
            <a:ext cx="1005840" cy="320040"/>
          </a:xfrm>
          <a:prstGeom prst="rightArrow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205740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214884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keys required, decision in ~48 hours
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the Governance Triage Log within 24 hrs, visible to both teams - nothing is built that isn't both a real business need and a real technical necessity.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3977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RHYTHM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297680"/>
            <a:ext cx="2633472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297680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- status report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91840" y="4297680"/>
            <a:ext cx="2633472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4297680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weeks - sprint demo + Sponsor sync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26480" y="4297680"/>
            <a:ext cx="2633472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4297680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needed (48h) - Customization Council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961120" y="4297680"/>
            <a:ext cx="2633472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52560" y="4297680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- steering &amp; KPIs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5486400"/>
            <a:ext cx="1124712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53212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weekly check: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progress (status), see it working (demo), see every open decision (triage log).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GETTING STARTED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 From You - Sprint 0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Empowered process owners who can decide in workshops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Data Pack completed (users, locations, groups, assignment rules, SLAs)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access and integration credentials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availability during their process-area sprints</a:t>
            </a:r>
            <a:endParaRPr lang="en-US" sz="14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feedback during demos and acceptance testing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486400"/>
            <a:ext cx="1124712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553212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two weeks: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Kickoff, confirm Sponsor &amp; sign the Council charter, provision access, distribute the data pack, map SMEs.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Modernize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confirm names, schedule Sprint 0 workshops, and begin.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Your ECS Engagement Manager is your first point of contact.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MODERNIZING THE CORE   |   CONNECTION   | 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2026-06-09T16:08:51Z</dcterms:created>
  <dcterms:modified xsi:type="dcterms:W3CDTF">2026-06-09T16:08:51Z</dcterms:modified>
</cp:coreProperties>
</file>