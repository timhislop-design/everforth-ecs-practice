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Analytics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Operational Intelligence for Continuous Improvement and AI-Ready Reporting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Performance Analytics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PA Architecture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indicator aggregation, scorecards, and the dashboard-to-decision feedback loop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Indicator selection, breakdowns, scorecard design, thresholds, collection cadence, dashboard access, trending, report migration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Performance Analytics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Content pack activation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Indicator enable/disable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Breakdown dimensions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Dashboard layout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Audience assignment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Threshold alert rules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Data collection frequency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indicator scripts for metrics available in OOTB content packs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tables for PA data already captured in OOTB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Dashboard designs that require scripted widgets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Performance Analytics — Data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 Job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Indicator Scores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Scorecards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Action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Indicator Library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ships 200+ OOTB PA indicators for ITSM, ITAM, CMDB, and Knowledge. No custom indicator build needed for Sprint 6 — activate from the OOTB indicator library.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 Premium vs Standard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Premium indicators (SLA attainment trending, PI accuracy, CMDB health trends) require PA Premium license. Standard indicators are included in base ITSM license.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Alignment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metrics feed the Now Assist operational summary and executive briefing features. Clean, structured PA data is a prerequisite for AI-generated operational narratives.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OOTB indicators will be activated at Sprint 6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Indicator Priority Set: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Incident: MTTR by priority, SLA attainment %, incident volume by category, reopen rate. Change: change success rate, emergency change %. Knowledge: deflection rate, article feedback score. CMDB: completeness % by class.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activated from the PA Indicator library — select and enable. Data begins collecting from activation date. Historical backfill: PA can collect historical data for indicators from existing records if enabled.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Note: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 Premium license before activating premium indicators. Standard indicators are included in ITSM license.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process areas are in scope for Sprint 6 PA (Incident, Change, Knowledge, CMDB, HAM, all)?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historical data collection be enabled to backfill indicators from Sprint 1 data?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PA Premium indicators licensed — or only standard indicators?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owns the indicator library post-go-live (adding and retiring indicators)?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200+ OOTB indicators without a review process creates scorecard noise. Start with 15–20 high-value indicators across the in-scope process areas. Expand after the first 30-day review.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breakdown dimensions will indicators be segmented by?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Breakdowns: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indicators: by Assignment Group, by Category, by Priority, by Location. Change indicators: by Type, by Risk, by Application Service. All OOTB breakdowns — no custom dimensions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Purpose: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enable drill-down from aggregate score to root cause. 'SLA attainment is 72%' → broken down by group → 'Network team at 45%' → action item identified.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Breakdowns: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breakdown dimensions (e.g., 'by Customer Segment') require a custom breakdown definition — this is configuration in PA, not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breakdowns are required for each indicator group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any custom breakdown dimensions needed that are not covered by OOTB (e.g., by cost center)?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decides which breakdowns are published to which audience (all breakdowns to all users creates information overload)?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breakdown data be used for team-level performance reviews — and what is the governance model for that use?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all available breakdowns to all users creates PA dashboard complexity that reduces adoption. Start with 2–3 breakdowns per indicator. Add dimensions based on actual user requests post-go-live.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scorecards will be built — and who is each scorecard for?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Scorecard 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 (for service desk managers), IT Operations (for IT ops leads), Executive Summary (for CIO/IT Director), Process Owner (one per process: Incident, Change, Problem, CMDB).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Design: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scorecard groups 5–8 indicators with targets. Green/yellow/red threshold coloring is OOTB — no custom CSS.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Targeting: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 are shared by role — service desk managers see their scorecard, executives see the summary. OOTB role-based visibility — no custom access control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scorecards will be built at Sprint 6 go-live (service desk, IT ops, executive, process owner)?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are the named scorecard recipients for each scorecard type?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review cadence for each scorecard (weekly, monthly)?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scorecards be shared via email digest — or are users expected to navigate to ServiceNow?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scorecard visualizations built outside the OOTB PA scorecard framework require Customization Council review. OOTB scorecards support all standard executive and operational review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thresholds will be set for each indicator — green, yellow, 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Threshold Configuration: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indicator has configurable thresholds: green (on target), yellow (at risk), red (breached). Thresholds set in the PA Indicator definition —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provides industry-benchmark default thresholds for ITSM indicators. ECS recommends starting with OOTB defaults and adjusting after the first 30 days of production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 Threshold: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desired performance level. Threshold = minimum acceptable. Both configurable independently per indicator and per breakdown segment.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OOTB benchmark thresholds be accepted as starting values — or are customer-specific targets already defined?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has authority to change indicator thresholds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thresholds be segmented by assignment group (e.g., different SLA targets for Tier 1 vs Tier 2)?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threshold changes be communicated to scorecard recipients?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threshold logic that varies by time of day, user type, or other dynamic criteria requires scripting. OOTB threshold configuration supports static and segment-specific values — sufficient for Sprint 6 go-live.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data collection cadence — and when do jobs run?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Job Schedule: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jobs run on configurable schedule: hourly (near-real-time), daily (recommended for most indicators), weekly (trends and forecasts). Jobs are managed in the PA Job Scheduler.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Performance: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collection jobs run in the background — no user-visible performance impact. Large datasets (&gt;500K records) may require off-hours scheduling to avoid peak-time resource consumption.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Job: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backfill job collects historical indicator data from existing records. Recommended: run once after go-live to populate 6 months of historical trend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collection cadence is required for each indicator group (hourly, daily, weekly)?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the historical backfill job be run — and how many months of history will be collected?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monitors PA collection job health (failed jobs, late completions)?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a PA collection job fails repeatedly?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PA collection jobs for all indicators consume significant processing capacity on busy instances. Daily collection is the OOTB-recommended standard. Use hourly only for KPIs where near-real-time tracking is operationally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PA dashboards be published — and who has access to what?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Dashboard Sharing: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dashboards shared by: role (all users with a specific role see the dashboard), group (specific groups only), or public (all authenticated users). No custom access control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vs Dashboard: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dashboards can be set as the default homepage for specific roles. Users see their dashboard on login — no navigation required.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Analytics Hub allows users to create their own analytics views from published indicators — without impacting core dashboards. Available to users with 'pa_viewer' role.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roles will have access to which dashboards?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PA dashboards replace Classic Reporting homepages for service desk agents?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Analytics Hub self-service be enabled for all users — or restricted to managers and above?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approves new dashboard additions post-go-live to prevent dashboard proliferation?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 dashboard access control beyond OOTB role and group sharing requires scripting. OOTB sharing covers all standard audience segmentation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trending and forecasting be activated — and at what horizon?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Trending: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automatically calculates trend direction for all active indicators. Trend period configurable: 7-day, 30-day, 90-day. Trend arrows visible on scorecards — OOTB, no configuration.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Premium: forecast projects indicator trajectory based on historical trend. Forecast horizon: 30, 60, or 90 days. Requires PA Premium license and 90 days of historical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Premium: AI-based anomaly detection flags unusual indicator movements. Requires Now Assist Analytics license.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trending (7/30/90-day) be activated at Sprint 6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PA Premium licensed — and will forecasting be activated?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forecasting horizon is operationally meaningful (30/60/90 days)?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Now Assist Analytics anomaly detection be in scope for Sprint 6?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without 90 days of clean historical data produces unreliable projections. Activate trending at go-live; enable forecasting after 90 days of post-go-live production data has accumulated.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existing Classic Reports will be migrated to PA — or retired?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Classic Reports used for operational decision-making. For each: determine if equivalent PA indicator exists (likely yes). If yes: retire Classic Report, activate PA indicator. If no: evaluate whether the report represents a real gap or a legacy artifact.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Coverage: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OOTB covers: volume, aging, SLA attainment, category breakdown, group performance, knowledge deflection. These replace the majority of Classic Report use cases.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Retire: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built for one-time analysis, reports with no named consumer, reports that duplicate PA data — all candidates for retirement.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owns the Classic Report audit (identifying reports in use vs orphaned)?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process for retiring a Classic Report — approval required, or owner-initiated?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reports in use by external stakeholders (e.g., emailed to non-ServiceNow users) that cannot be retired without a replacement?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timeline for completing the Classic Report migration?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both Classic Reports and PA indicators for the same data creates confusion and governance overhead. Commit to PA as the single source of operational metrics at Sprint 6 go-live. Retire Classic Reports on a defined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Analytics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areas, historical backfill, PA Premium licensing, indicator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 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 types, custom dimensions, audience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types, recipients, review cadence, distribution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&amp; Targets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values, authority to change, group-level segmentation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Cadence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per indicator, backfill plan, job health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sharing, homepage assignment, Analytics Hub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Trending &amp; Forecasting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Trending activation, forecast horizon, anomaly detection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Report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owner, retirement process, external report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Performance Analytics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PERFORMANCE ANALYTICS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6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2026-05-12T05:27:12Z</dcterms:created>
  <dcterms:modified xsi:type="dcterms:W3CDTF">2026-05-12T05:27:12Z</dcterms:modified>
</cp:coreProperties>
</file>