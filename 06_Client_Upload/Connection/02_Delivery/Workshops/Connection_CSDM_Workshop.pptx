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CSDM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Service Data Model for AI-Driven Impact Analysis and Service Visibility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CSDM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CSDM Architecture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applications, technical services, the CSDM framework layers, and the relationship to CMDB and Change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Adoption scope, app inventory, service taxonomy, ownership, relationships, CMDB alignment, catalog integration, Change impact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CSDM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Creating Business Service and Application Service records in OOTB CSDM tables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Defining service hierarchy (Business Application → Application Service → Technical Service)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Assigning service owners, service managers, and support groups via OOTB service record fields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Mapping CIs to Application Services via OOTB service dependency relationships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Service Offering and Service Commitment records (OOTB)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service classification (customer-facing vs. supporting services)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Binding incidents to services via OOTB Business Service field on incident form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service health targets in OOTB Service Level Management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up OOTB Service Maps for visual dependency display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Defining CSDM phasing approach (Foundation → Advanced in staged sprints)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CSDM table extensions beyond OOTB service hierarchy tables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service health calculations replacing OOTB service level targets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External CMDB sync overriding OOTB service relationship model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service catalog integration with non-OOTB service record schema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impact calculation logic for incidents and changes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service dashboard widgets beyond OOTB PA service KPIs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Non-standard service hierarchy (more than 4 levels deep)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service dependency population from external systems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service approval workflows for service record changes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External service registry integration replacing OOTB CSDM records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CSDM Framework — Foundation View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Application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Service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Service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CIs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Map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View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CSDM Layers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 (what the business uses) → Application Service (what IT deploys) → Technical Service (infrastructure components). Each layer maps naturally to OOTB tables — no schema extension needed.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 Model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'Supported by' and 'Consumed by' relationships built in the OOTB CMDB. Service Maps visualize end-to-end dependencies automatically once relationships are defined.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Change Integration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 service maps feed Change Management risk scoring (which services are affected by a change) and Now Assist impact analysis. Clean CSDM data is a prerequisite for AI-accurate change advisory.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CSDM adoption scope is right for Sprint 4 — foundation tier or full framework?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CSDM Tiers: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Tier: Business Applications + Application Services only. Maps well to most ITSM-first engagements. Full CSDM: adds Business Capability, Business Service, Offering layers — more value, more data prep.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tier for Sprint 4 — establish Application Services and their CMDB relationships. Full CSDM model is a natural follow-on once CMDB Discovery data is stable.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Foundation: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foundation tier enables: Change impact analysis, Service Map visibility in incidents, and Now Assist context for affected service identification.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Foundation tier (Business App + App Service) or full CSDM framework for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there existing application inventory data that can seed the CSDM — or is this a net-new exercise?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target number of Business Applications in scope at Sprint 4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owns the CSDM data model post-engagement — the CMDB team, the IT architecture team, or a dedicated CSDM owner?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CSDM in Sprint 4 without stable Discovery data produces inaccurate service maps. Foundation tier first — full CSDM in a follow-on engagement after Discovery and CMDB are operationally stable.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Business Application inventory — and how will it be loaded?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Business Application Table: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cmdb_ci_business_app is the OOTB table for Business Applications. Populated via: manual entry (quick for small inventories), Import Sets from spreadsheet, or Discovery (for application detection).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lifecycle stage, business criticality, support group, IT owner, business owner. All OOTB fields — no new columns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Data Pack: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CSDM Accelerator Pack includes a Business Application worksheet for bulk import. ECS populates ServiceNow Mapping tab — customer provides inventory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Business Applications are in scope at Sprint 4 go-live (estimate)?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source of the application inventory — CMDB, ITSM asset list, architecture register, spreadsheet?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named IT owner (and business owner, if different) for each Business Application?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business criticality be assigned at Sprint 4 — or is that a follow-on exercise?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load the full application portfolio in Sprint 4 without a validated data source creates data quality issues. Recommend: start with the top 20–30 business-critical applications. Expand post-go-live.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service taxonomy be structured — and how does it map to OOTB tables?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Service Taxonomy: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 (cmdb_ci_service_auto) — what IT deploys. Technical Service (cmdb_ci_service) — infrastructure grouping. Both tables exist OOTB — no new tables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recommends: [BusinessApp]-[Environment] for Application Services (e.g., Payroll-Production). Consistent naming enables accurate service map rendering and PI training.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 Alignment: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 map to service catalog offerings. A Business Application 'Payroll' maps to catalog items for 'Payroll Access Request' and 'Payroll Report Run' — connecting business and IT views.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Application Services will be modeled in Sprint 4 (recommend: 1–2 per Business Application)?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naming convention will be used for Application Services?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Technical Services (infrastructure groupings) be modeled in Sprint 4 — or deferred?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service taxonomy document (from architecture or IT leadership) that CSDM should reflect?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CSDM taxonomy tables or sub-types outside the OOTB schema requires Customization Council sign-off. The OOTB cmdb_ci_service and cmdb_ci_business_app tables support the full ITIL service hierarchy.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Application Service owners be assigned — and what does ownership mean operationally?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Ownership Fields: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Service: 'Owned by' (business owner), 'Managed by' (IT owner), 'Support group' (assignment target for service-related incidents).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ownership drives: change approval routing (service owner notified of changes affecting their service), incident notifications, and outage communication distribution lists.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 1 business owner + 1 IT owner per Application Service. Support group handles day-to-day operational tickets. No custom role extension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are the named business owners and IT owners for each Application Service?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does 'service owner' mean operationally — approval authority, escalation point, communication owner?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service owners receive automated notifications for changes affecting their service?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governance process for service owner changes (organizational changes, staff turnover)?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service ownership hierarchies with custom approval trees require customization. OOTB: 1 business owner + 1 IT owner per service, routing via Support Group for operational tickets. Simple, maintainable, and accurate.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relationships will be modeled — and how deep will the service map go?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Relationship 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'Hosted on' (App Service → Server CI), 'Depends on' (App Service → Database, Network CI), 'Connected to' (App Service → other App Service), 'Runs on' (App Service → Platform).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Depth: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Service Map renders all configured relationships automatically. Depth 1: App Service → direct CIs. Depth 2: App Service → CIs → their dependencies. Sprint 4 target: depth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Relationship: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Discovery is active (Sprint 4), relationships between Application Services and discovered CIs are created automatically by the OOTB Discovery Relationships plugin.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CIs will be manually linked to Application Services in Sprint 4 (pre-Discovery)?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depth 2 service map relationships be modeled — or only direct dependencies?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relationships be maintained as infrastructure changes (automated via Discovery vs manual update process)?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the service map be used in Change Management for impact assessment at Sprint 4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Over-modeling CSDM relationships before Discovery is active creates maps that are immediately out of date. Sprint 4 recommendation: model top-tier app-to-server relationships manually; let Discovery auto-populate depth 2 in Sprint 5.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CSDM integrate with CMDB to create accurate service maps?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CSDM-CMDB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 link to CMDB CIs via the OOTB 'cmdb_rel_ci' relationship table. No new tables or foreign keys. Service Map renders these relationships visually — OOTB, no configuration needed beyond populating the records.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Auto-Mapping: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Discovery is active, Application Services are automatically associated with discovered CIs based on IP ranges and port mappings. OOTB behavior —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Health Impact: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 accuracy depends on CMDB completeness. Incomplete CMDB = broken service maps. Sprint 4 CSDM and CMDB must be sequenced together.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CMDB be populated via Discovery before CSDM relationships are configured — or will both be done manually in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responsible for maintaining CSDM-to-CMDB relationships as infrastructure changes?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CMDB completeness target (%) before service maps are shared with business stakeholders?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Service Map views be published to business owners via the OOTB portal?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CSDM service maps before CMDB is populated produces maps with missing nodes. Recommend: populate CMDB CI data (at minimum, server and application CIs) before building Application Service relationships.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CSDM data connect to the service catalog?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Catalog-CSDM Link: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can be linked to Application Services via the 'Affected service' field on Request Items. This enables: service-specific fulfillment routing, PI prediction of affected service from request type, and PA reporting by service.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Catalog: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Offering Catalog (cmdb_ci_service_offering) models the customer-facing view of IT services. Linked to Application Services and to catalog items — no scripting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topic taxonomy can mirror the CSDM service taxonomy — IT topics map to IT services, HR topics to HR services. Consistent naming improves user experience and search relevance.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catalog items be linked to Application Services at go-live — or deferred to a follow-on?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 Offering Catalog in scope for Sprint 4 — or just Application Services?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Employee Center topic taxonomy be aligned to the CSDM service taxonomy?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maintains the catalog-to-CSDM mapping as new catalog items are added post-go-live?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Offering Catalog modeling in Sprint 4 alongside CMDB, CSDM, and Discovery adds significant scope. Recommend: Application Services first; Offering Catalog in Sprint 5 or follow-on when service data is stable.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CSDM service maps integrate with Change Management for impact assessment?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Change-CSDM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records include an 'Affected CIs' field and an 'Affected Services' field. When a CI is added to a change, OOTB service map lookup automatically populates the affected Application Services.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 risk score includes service criticality as a factor. Application Services marked as 'critical' in CSDM increase the calculated risk score of changes touching their CIs.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Notification: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Application Service is listed as affected on a Change record, the named service owner is automatically notified — OOTB notification,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Affected Services auto-population from service maps be activated at Sprint 4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Should service criticality from CSDM factor into Change risk score calculation — or is risk score stand-alone?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named approvers notified when a critical Application Service is affected by a change?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 CAB (Change Advisory Board) process in scope for Sprint 4 — and will CSDM impact analysis support CAB reviews?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custom Change-to-CSDM risk calculation formulas require Customization Council review. OOTB service criticality contribution to risk score is sufficient for most organizations. Enable OOTB feature first; customize only after baseline data proves it is insufficient.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CSDM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CSDM Adoption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tier vs full framework, data source, target app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Application 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Source, app count, IT/business owner assignment, criticality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Taxonomy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 convention, App Service count, Technical Service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+ IT owner per service, operational meaning,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types linked, map depth, Discovery dependency,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CMDB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Sequencing, auto-mapping, health target before publishing 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Catalog-to-CSDM link, Offering Catalog scope, EC taxonomy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Services auto-population, risk scoring, CAB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CSDM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CSDM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