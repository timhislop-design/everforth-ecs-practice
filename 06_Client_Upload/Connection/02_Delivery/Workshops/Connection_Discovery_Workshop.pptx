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Configuration Data Collection for CMDB Accuracy and AI Enablement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DISCOVERY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Discovery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Discovery Architecture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Server, IP scanning, OS probes, CI extraction, and CMDB population flow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#1–#8  ·  MID Server deployment, Discovery scope, CI classes, credentials, schedule, dedup, cloud Discovery, CMDB verification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Discovery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Defining Discovery IP ranges and subnets in OOTB Discovery Schedules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Configuring Discovery credentials in OOTB Credential Vault (Windows, Linux, SNMP, VMware)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Setting Discovery schedule frequency (daily, weekly) and maintenance window exclusions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Activating OOTB Discovery patterns for Windows, Linux, VMware, network devices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Configuring OOTB cloud Discovery (AWS, Azure, GCP) via cloud service accounts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Setting IRE (Identification &amp; Reconciliation Engine) rules for CMDB data source priority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Configuring OOTB horizontal and vertical Discovery for application service mapping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Setting MID Server affinity rules for Discovery scope segmentation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Configuring CMDB Health scoring rules for Discovery-populated CI classes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Enabling OOTB Discovery Diagnostic and troubleshooting dashboards</a:t>
            </a:r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Discovery patterns for non-standard devices or proprietary systems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Scripted CI population logic replacing OOTB probe-sensor framework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IRE reconciliation rules overriding OOTB data source priority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Scripted credential rotation logic beyond OOTB Credential Vault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network scanning tools replacing OOTB Discovery probes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Non-standard MID Server cluster configuration beyond OOTB affinity rules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Scripted cloud account enumeration beyond OOTB cloud Discovery configuration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CMDB population scripts triggered by Discovery events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External vulnerability scanner integration replacing OOTB Discovery patterns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Scripted Discovery exception handling beyond OOTB error logging</a:t>
            </a:r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Discovery — Architecture and Data Flow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 Server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836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Credential Scan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5552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 Range Scan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52744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/ App Probe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69936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 Extraction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78712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CMDB Population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 Server Role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 Server bridges the ServiceNow cloud to on-premise networks. It executes scan commands and returns CI data. A single MID Server handles thousands of CIs per discovery schedule.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Patterns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Discovery Patterns (probes + sensors) cover: Windows, Linux, VMware, Cisco/Juniper networking, Oracle/MSSQL databases, and cloud resources. No scripting needed for standard infrastructure.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CMDB Integration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writes directly to CMDB via the IRE (Identification &amp; Reconciliation Engine). Duplicate detection and source-of-record rules prevent CI sprawl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many MID Servers are needed — where will they be deployed?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Server Sizing: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MID Server per network segment that cannot be reached from a single network path. A single MID Server can handle: 10,000+ CIs per scheduled discovery run.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MID Servers in the same cluster provide automatic failover — OOTB. No load balancer or scripting needed. Recommended for production environments.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Requirements: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2016+ or Linux (RHEL/CentOS 7+). 4 vCPUs, 8 GB RAM minimum. Outbound HTTPS to ServiceNow instance. Inbound access from managed IP ranges.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many distinct network segments require a MID Server?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high-availability (2 MID Servers per cluster) be deployed at 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OS will MID Servers run on (Windows or Linux)?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manages MID Server maintenance (patching, restarts, health alerts)?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MID Server is sufficient for most Sprint 4 deployments. HA MID Server is recommended but not required at go-live. Add the second MID Server after the first is proven stable.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IP ranges and subnets are in scope for Discovery?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Scope Definition: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schedules define IP ranges and subnets to scan. OOTB: IP Network ranges (CIDR notation), specific IP lists, or DNS hostname lists. Multiple schedules can run in parallel.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Lists: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exclusion list prevents Discovery from scanning network printers, security systems, and other non-managed devices that could generate alerts.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Scanning: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schedules can run at different frequencies: servers daily, network devices weekly, workstations on-demand. Priority scan queues prevent resource saturation.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are the primary IP ranges in scope for Sprint 4 Discovery?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there subnets or IP ranges explicitly excluded (security systems, OT networks, printers)?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Discovery run on data center networks only — or also branch offices and remote sites?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provides the IP range list and exclusion rules (network team, security team)?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that scans too broadly generates false positive CIs and triggers security team alerts. Define scope tightly before the first discovery run. Expand scope after the initial run is validated.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CI classes will Discovery populate — and are the OOTB patterns sufficient?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Discovery Patterns Cover: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(all versions), Linux (RHEL, Ubuntu, CentOS), VMware vSphere/ESX, Cisco IOS/NX-OS/ASA, Juniper Junos, Oracle DB, MSSQL, IBM AIX, HP-UX. No additional patterns needed for standard infrastructure.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Activation: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only the patterns for CI classes in scope. Unused patterns waste MID Server resources and populate empty CI classes.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Patterns: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Non-standard infrastructure (OT systems, legacy platforms, custom appliances) may require custom Discovery patterns. These are built in the OOTB Pattern Designer — this is configuration, not scripting.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CI classes will Discovery populate in Sprint 4 (servers, VMs, network, databases)?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Are all target platforms covered by OOTB patterns — or are custom patterns needed?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application-layer discovery (running processes, installed software) be activated — or OS-layer only?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validates that Discovery is populating the correct CI classes and attributes after the first run?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all Discovery patterns for all CI classes in Sprint 4 without scoping creates noise, degrades MID Server performance, and populates unwanted CI classes. Activate only what is in scope.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credentials will Discovery use — and how will they be managed?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Credential Types: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(domain service account, local admin), Linux (SSH key or username/password), VMware (vCenter API credentials), SNMP (community strings for network devices), Database (read-only service account).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Store: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credentials stored in ServiceNow Credential Vault — encrypted at rest, access-controlled by role. MID Server accesses credentials via encrypted API call — never stored on the MID Server itself.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Model: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recommendation: read-only service account with local admin on servers (WMI access for Windows), SSH sudoers access for Linux. No need for domain admin.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service accounts will be created for Discovery (Windows domain, Linux SSH, VMware, SNMP)?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provisions and maintains the service accounts (AD team, security team)?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firewall rules are needed for the MID Server to reach managed systems?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How will credentials be rotated — and how will ServiceNow Credential Store be updated?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domain admin credentials for Discovery is a security anti-pattern. OOTB recommendation: dedicated service accounts with least-privilege access. If security team requires Privileged Access Management (PAM) integration, this is a Sprint 5 integration — not a Sprint 4 blocker.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Discovery schedule — frequency, timing, and maintenance windows?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Schedule Options: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(recommended for servers), Weekly (network devices, storage), On-demand (triggered manually or via Change), Continuous (near-real-time for critical infrastructure — additional licensing).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Window Awareness: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schedules can be paused during change windows. OOTB: schedule exclusion windows prevent scanning during planned maintenance.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Discovery Run: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run: all CI classes, full IP range. Takes 4–8 hours for 1,000 CIs typically. Subsequent runs: incremental — only changed attributes are written to CMDB.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is the target Discovery frequency per CI class (daily for servers, weekly for network)?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maintenance windows must Discovery avoid (planned change windows, backup windows)?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When will the first discovery run execute — and who monitors it?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escalation path if the first Discovery run produces unexpected results?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Near-real-time (continuous) Discovery requires additional licensing. Daily scheduled Discovery is the OOTB pattern and is sufficient for Sprint 4 CMDB population. Continuous Discovery can be evaluated in a follow-on.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duplicate CIs be handled — and what are the IRE reconciliation rules?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IRE (Identification &amp; Reconciliation Engine):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 automatically prevents duplicate CIs by matching incoming Discovery data against existing CMDB records using configurable identifiers (hostname, serial number, IP, MAC address).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 Identifiers: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hostname + domain. Linux: hostname + IP. VMware: VM UUID. Network: IP + SNMP SysObjectID. OOTB identifier rules cover standard infrastructure.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Discovery data conflicts with existing CI data (e.g., IP changed), IRE applies source-priority rules — Discovery wins over manual entry. Configurable per attribute.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Accept the OOTB IRE identifier rules — or are there additional de-dup identifiers needed?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happens when a CI is discovered that already exists (from manual import) — Discovery overrides or manual wins?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reviews and approves IRE reconciliation rule changes?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How will de-dup conflicts be surfaced and resolved (IRE event log, CMDB health dashboard)?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IRE rules without a clear de-dup strategy cause CI proliferation and broken service maps. Accept OOTB identifier rules first; customize only when a specific duplicate pattern is observed in production data.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Will cloud Discovery be activated in Sprint 4 — and for which cloud providers?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Cloud Discovery: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Cloud Discovery supports AWS, Azure, and GCP OOTB. Activated via Cloud Management plugin + cloud credentials. Discovers: VMs, containers, storage, load balancers, databases.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MID Server for Cloud: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Discovery uses direct API calls from ServiceNow to cloud provider APIs — no MID Server required for cloud resources.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vs Sprint 5: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Discovery can be activated in Sprint 4 alongside on-prem Discovery, or deferred to Sprint 5 alongside Service Graph Connectors. Depends on cloud infrastructure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cloud providers are in scope (AWS, Azure, GCP, other)?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cloud Discovery be activated in Sprint 4 — or deferred to Sprint 5?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cloud credentials will be used (read-only IAM role for AWS, Service Principal for Azure)?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manages cloud Discovery credentials rotation?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Discovery and Service Graph Connectors both populate cloud CIs — they overlap in scope. Decide which is primary source of record for cloud CIs before activating both. Avoid running both without IRE priority rules.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CMDB verification process after the first Discovery run?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Post-Discovery Verification: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CMDB Health dashboard shows completeness and compliance immediately after the first run. Spot-check: compare top 10 known servers against their Discovery-populated CI records.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Steps: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CI count matches expected inventory. 2. Required fields populated (hostname, OS, IP, support group). 3. No unexpected CI class proliferation. 4. IRE de-dup log shows no unresolved conflicts.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Gate: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go-live requires: 80%+ CMDB completeness on in-scope CI classes, no open IRE conflicts on critical CIs, and MID Server showing green health status.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performs the CMDB verification after the first Discovery run (ECS + customer joint review)?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go/no-go completeness threshold for Sprint 4?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How will known CIs that are not discovered (e.g., segmented networks) be handled?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escalation path if CMDB completeness is below target at Sprint 4 close?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CMDB health gate at Sprint 4 close prevents downstream process failures in Sprint 5 (Service Graph Connectors) and Sprint 6 (PA reporting). Do not defer CMDB validation to post-go-live.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DISCOVERY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 Server 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Count, OS, HA requirement, maintenance 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ranges, exclusion lists, data centers, branch offices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Classes &amp; Patterns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 in scope, pattern activation, application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accounts, firewall rules, credential rotation, PAM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Schedule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per class, maintenance windows, first run timing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IRE De-dup Rules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 rules, source priority, conflict escalation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Discovery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providers, Sprint 4 vs 5 activation, credentials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CMDB Verification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Post-run validation, go/no-go threshold, escalation 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·  MODERNIZING THE CORE  ·  DISCOVERY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Discovery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·  MODERNIZING THE CORE  ·  DISCOVERY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4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2026-05-12T05:27:11Z</dcterms:created>
  <dcterms:modified xsi:type="dcterms:W3CDTF">2026-05-12T05:27:11Z</dcterms:modified>
</cp:coreProperties>
</file>