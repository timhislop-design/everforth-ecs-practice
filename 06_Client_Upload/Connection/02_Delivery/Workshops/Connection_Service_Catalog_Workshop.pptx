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Catalog &amp; Request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Service Requests with OOTB Catalog Structure and Fulfillment Automation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Service Catalog &amp; Request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Catalog — OOTB Catalog Architecture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OOTB catalog structure, variables, and fulfillment flows reduce request complexity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catalog items, variable sets, and approval rules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design decisions — item scope, variable design, SLAs, and approvals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Service Catalog &amp; Request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Category and subcategory hierarchy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Variable sets shared across similar catalog items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OOTB approval rules by item type or cost threshold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Fulfillment task templates for common request types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Scripted catalog client scripts for complex conditional logic (use UI Policies instead)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catalog UI overrides (use OOTB variable rendering)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Item-level approval workflows (use global approval rules)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Catalog — Request Lifecycle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Structure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Items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Sets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Approval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Fulfillment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Architecture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hierarchy mirrors Employee Center topic structure. OOTB variable sets reused across similar items (access request, hardware request). No duplicate variable creation.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Fulfillment Automation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Flow Designer handles approval routing, task assignment, and notifications. Standard approval rules applied across item types — no item-level scripting.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Improvement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analytics surface most-submitted items, abandonment rates, and fulfillment bottlenecks. Items tuned iteratively from real usage data post-launch.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catalog items are in scope at launch — how is the item list prioritized and bounded?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top 10–15 request types by current ticket volume?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any items in scope for HR or Facilities in addition to IT?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approves the launch item list — IT leadership or change advisory board?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plan for items not in scope at launch (backlog, self-service, Phase 2)?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Launching with 100+ catalog items before fulfillment flows are validated is a leading cause of catalog abandonment. Quality-gated launch beats volume.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catalog variables be designed — what is the standard for variable sets vs. item-level variables?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common data fields collected across multiple request types?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the Catalog Manager responsible for variable set governance?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mandatory fields required by agency security policy (justification, supervisor approval)?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variable changes be managed — what is the change control process for published items?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Item-level variables duplicated across catalog items create inconsistent data and block AI categorization. Shared variable sets are the OOTB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approval model — who approves what, and what triggers automatic vs. manual approval?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item types require manager approval vs. automatic fulfillment?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there a cost threshold that triggers additional approval levels?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security-sensitive items (privileged access, mobile devices) subject to additional review?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manages approval rule changes post-launch?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Per-item approval workflows create maintenance sprawl — one approval rule change requires updating dozens of workflows. OOTB approval rules scale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fulfillment tasks be structured — what does the fulfillment team model look like?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fulfillment groups are responsible for each catalog item category?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any items fulfilled by multiple teams (IT + vendor, IT + HR)?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expected fulfillment time for each item tier (standard, urgent, restricted)?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fulfillment tasks include checklists or step-by-step instructions?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fulfillment workflows per catalog item create upgrade risk and inconsistent SLA tracking. OOTB task templates with assignment rules cover all standard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SLAs apply to catalog requests — how are commitments defined and tracked?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defined SLA tiers for catalog requests (standard, expedited, critical)?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SLAs measured at the Request or RITM level (or both)?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receives breach notifications — fulfillment manager or assignment group?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contractual or regulatory SLA requirements that drive specific time targets?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SLA timer scripts are fragile and break on upgrade. OOTB SLA engine handles pause/resume, exclusion schedules, and breach escalation natively.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catalog items be categorized for AI and reporting — what taxonomy governs classification?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the catalog category taxonomy aligned with the Employee Center topic structure?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governs additions and changes to the category taxonomy?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any catalog items excluded from Predictive Intelligence classification?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category depth is appropriate — how many subcategory levels?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Misaligned catalog and Employee Center taxonomies require separate AI training datasets. Shared taxonomy is the OOTB standard and dramatically reduces AI configuration effort.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catalog be maintained post-launch — what is the governance model for item retirement and updates?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is the designated Catalog Manager with publish/retire authority?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review cycle for existing catalog items (quarterly, annually)?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will items that are no longer fulfilled be retired without breaking historical records?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catalog request process for new items — who can request a new catalog item and what is the approval path?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Catalog governance is a people and process problem, not a technology problem. OOTB lifecycle states and ownership fields provide all required tooling.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catalog performance be measured — what does success look like at 30, 60, and 90 days?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3–5 catalog KPIs for the 30-day post-launch review?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receives the weekly catalog performance report?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submission volume or SLA breach rate triggers a catalog item review?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requestor satisfaction (5-star survey) enabled for all catalog items?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catalog reports outside PA lose the drill-down and trend analysis built into the OOTB framework. PA widgets are configurable without report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Catalog &amp; Request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Item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and bound the go-live catalog item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Set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shared variable sets and governance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tiers, thresholds, and rule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 Task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templates, assignment groups, and sequencing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tiers, measurement level, and breach 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Taxonomy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structure alignment with Employee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states, item ownership, and review cadence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Performance KPIs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metrics, reporting recipients, and review triggers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Service Catalog &amp; Request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SERVICE CATALOG &amp; REQUEST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4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2026-05-12T05:31:13Z</dcterms:created>
  <dcterms:modified xsi:type="dcterms:W3CDTF">2026-05-12T05:31:13Z</dcterms:modified>
</cp:coreProperties>
</file>