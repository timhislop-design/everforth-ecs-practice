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EXECUTIVE HEALTH DASHBOARD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EXECUTIVE HEALTH DASHBOARD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- Engagement Health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[Wk NN]   |   Sprint [N] of 8   |   Stage [X]   |   Prepared by [EM]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0" y="1207008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1207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 </a:t>
            </a:r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178308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HEALTH VECTORS  (per ECS trust-but-verify model)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0574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103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Adoption
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354580" y="20574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00300" y="2103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Hygiene
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51960" y="20574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2103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Variance
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49340" y="20574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5060" y="2103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Readiness
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046720" y="20574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2103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&amp; SME Alignment
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944100" y="20574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89820" y="2103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to Go-Live
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30175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METRICS  (engagement health - operational KPIs begin post Go-Live)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3291840"/>
            <a:ext cx="2633472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29184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32841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
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/ Y pts]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vs planned (3-sprint avg)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291840" y="3291840"/>
            <a:ext cx="2633472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91840" y="329184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0" y="332841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
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[P1/P2 open]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UAT defects (P1/P2)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126480" y="3291840"/>
            <a:ext cx="2633472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26480" y="329184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332841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COMPLETION
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[N%]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delivery stories Done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961120" y="3291840"/>
            <a:ext cx="2633472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61120" y="3291840"/>
            <a:ext cx="9144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0" y="332841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
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/ 27]
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deliverables complete / on track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4617720"/>
            <a:ext cx="112471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7200" y="4617720"/>
            <a:ext cx="36576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6177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[N] of 8  -  Go-Live Week 16  -  Hypercare Wks 17-18   (resize the teal bar to % complete)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5720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5321808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0080" y="5376672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[Top risk + owner + mitigation]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[Risk]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[Risk]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21792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217920" y="5321808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0" y="5376672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[Decision needed - from whom - by when]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[Decision]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[Decision]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2026-06-10T02:58:59Z</dcterms:created>
  <dcterms:modified xsi:type="dcterms:W3CDTF">2026-06-10T02:58:59Z</dcterms:modified>
</cp:coreProperties>
</file>